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prove-TLA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Guaranteed-correct TLA+ from an LLM — where we are, what's left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per bullet of the locked north-star goal doc  •  2026-07-11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actually doing here? (plain English)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can't be trusted to write formal specs.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guess. In formal methods a plausible-but-wrong spec is worse than none.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414016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never trust the model — we trust a checker.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model writes goes through TLA+'s own tools (SANY parser, TLC model checker). If it doesn't provably pass, we throw it away and make the model retry. The system literally cannot hand you an unverified spec.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45643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only job is to fail less often.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retry costs time/compute. A better model = more survivors per attempt (yield). Today: stock gpt-oss-120b converges ~37% of attempts.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171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49884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the model better by training on its own survivors.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sampling: generate lots, keep only what the checker certified, fine-tune on those. The verifier is the teacher.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59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5541264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one frozen scoreboard: Gate 2.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fine-tuned model must beat the frozen stock-120b baseline on a 30-spec holdout it has never seen, in 4 measured cells.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north-star goal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system that produces guaranteed-correct TLA+ specs from an LLM. The 100% guarantee is STRUCTURAL — the verify-until-correct loop, NOT the model weights.”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exists and is battle-tested: SANY → TLC → non-vacuity → mutation gates, ≤8 repair iterations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already closed Gate 0: 163/206 FormaLLM specs verified; Gate 1 signed off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Soundness guarantee holds today: the system abstains rather than emits an unverified spec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yield (the model's only real job) via the RFT fine-tune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2: beat the frozen baseline in all 4 cells, &gt; in at least one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(TLAPS) guarantee stays a separate, deferred layer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rejection-sampling fine-tune (RFT), not from-scratch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“Run the loop → keep ONLY hard-gate survivors → SFT/PEFT gpt-oss-120b on them → check Gate 2. From-scratch training on ~1k specs is a non-starter.”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(reward filter) + W2 (sampler) both built, audited, live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111-survivor corpus committed (37.1% cumulative yield, 299 attempts)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501-seed generation running NOW (~27% yield at 1/3 done → ~245+ corpus)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wide run; re-check family coverage + collapse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harmony-formatted SFT file (formatter done, tested)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120b fine-tune on Sophia (recipe proven on 20b)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“Prover” vs “spec generation” — same north star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are the same goal viewed at the correctness-guarantee layer (TLC + loop), not the TLAPS-proof layer.”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locked: bounded verification (TLC) IS the north star's guarantee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TLAPS = a deeper verifier for the same loop, not a different project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TLAPS signal exists: proof repair 20/25 (generation ~0) — repair-and-extend flywheel is viable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— this bullet is a definition, and it has held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only if Stage 3 gets funded time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8A8F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TLAPS Stage-3 is deferred — don't block on 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“TLC model-check + non-vacuity already yields verified-correct (bounded) specs = the north star. Do NOT block on Stage 3.”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held: zero Stage-3 work mixed into Stage-2 sprints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is scaffolded + first measured signal recorded for when it opens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proofs (the deeper guarantee) — a future stage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W3.4 needs proof traces (not repair traces) when it opens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MUST reach the MoE experts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“chattla-20b v1 broke here: LoRA on attention only → experts got no gradient → merge ≈ base + noise. Also trained on eval specs.”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proven; experts-reaching recipe confirmed (Mxfp4 dequantize + target_parameters, grad-norm 7.5)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20b adapter trained (loss 3.2→0.30), merged experts-included (41.8GB verified, 48 expert tensors)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+ documented the transformers-v5 save trap that silently drops experts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same recipe at 120b scale (staging + FSDP job size)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requirement from eval: SFT pairs must be harmony-template formatted (v2_sft1 broke channel discipline)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is non-negotiable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generated survivor must re-pass decontam; generation seeds held out of the holdout.”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verified clean: survivor→holdout max Jaccard 0.111 (threshold 0.65)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Decontam is a built-in loop stage — every survivor passes it before being recorded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Same-seed diversity checked: 1/83 near-dup pairs across k-passes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running it on every new pass (automatic)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1 flagged near-dup at final corpus assembly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Seeds anchored to GOLD specs, not FormaLLM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gate filters validity, never meaning — junk NL yields valid-but-pointless specs. Anchor seeds to battery-verified specs; drift is free curriculum.”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spec→NL→spec' roundtrip is the working seed generator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must state its SAFETY PROPERTY; generated spec must name + check the invariant implementing it (structural fidelity contract)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FormaLLM used only for the frozen eval corpus, never for seeds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NL↔spec semantic equivalence has no verifier — permanent, disclosed limitation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SUPERSEDED BY SCALE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strategy: 120-pool + reward weighting (not gold-only)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“Gating seeds on the strict-11 gold would starve W2; safety_catch_rate + complexity become the RFT reward weight instead.”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implemented exactly: reward = complexity × (1 + safety_catch_rate)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tripwire confirms it works: survivor complexity 0.78× holdout — no drift to trivial specs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battery replayed the same policy → 501-seed pool (4.2×)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quality_gold thresholds once the wide generation distribution is visible (Eric deferred deliberately)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mutation-operator recall improvements (69% of survivors are no-site)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path is DE-RISKED; the real risks are elsewhere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“Experts-reaching FSDP2 recipe proven end-to-end. Open risks: (a) mutation recall / seed meaning, (b) Gate-2 headroom (framing B near-saturated).”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 now proven BEYOND training: merge → serve (vLLM on Polaris) → tunnel → gen_eval → TLC scoring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First-ever valid ChatTLA checkpoint measurement taken (v1 was never measurable)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(b) sharpened: framing A (2/30 baseline) is where the fine-tune must win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(a) still open: mutation battery is high-precision/low-recall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20b interim showed no gain (expected: 39 pairs, wrong format) — the honest test is the 120b on the full corpus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 complete; W2 smoke-small-then-scale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“First Sophia run must smoke SMALL (seed cap ≤500, log yield) before scaling.”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followed exactly: 5-seed smokes → 120-seed run → passes → now the 501-seed wide run (at the cap)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ledgers per pass: 32.5% → 12.3% (rejects) → 57.1% → 69.4% (proven seeds)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 committed with honest cumulative denominators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run finishing (~27% at checkpoint, ~135 survivors projected)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corpus assembly → SFT file → fine-tune → Gate 2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DONE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leakage: stratify, don't hide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“Gate-2 MUST be reported family-stratified (seen vs unseen); the diamond subset is family-narrow.”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family tagger built + run on both populations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gap found: survivors are mutex/counter-heavy; clocks_time, caches_memory, replication_storage have ZERO survivors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242-repo pool is the treatment now running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Re-tag after the wide run; targeted seeding if families stay empty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Gate-2 reporting + one family-ablation fine-tune (before the Gate-2 report, not before generation)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is a goal-level constraint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“Slow sweeps make quality iteration expensive, which quietly pressures toward shortcuts — speed IS a quality safeguard.”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parallelized (--workers pool) + mutation gate-ordering: measured 3.2× on 4 workers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Full-sweep estimate: ~day → ~4h; private per-spec workdirs also fixed a correctness hazard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90s TLC budget kept — speed was NOT bought with correctness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--workers 8 if the machine tolerates the JVM memory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Parallelize the W2 loop itself the same way if it becomes the bottleneck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expansion: the measured playbook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“Pre-registered decision rule: if reject-pass yield craters, switch to k&gt;1 on good seeds + wider seed pool. It cratered (12.3%). We switched.”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DF3F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395728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written BEFORE the result, then followed: no goalpost drift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k-passes on proven seeds paid off exactly as predicted (57%, 69%)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pool delivered: discovery bug fixed (19→242 repos), 501-seed pool built, generation running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wide run finish; proven-seed k-passes on ITS survivors are the next cheap lever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target: ~300-500 harmony-formatted pairs for the 120b SFT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project in one sentence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checker guarantees correctness. The model only buys speed. We are teaching the model with the checker's own approvals.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A35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30175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+ gates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guarantee)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1752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A356F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30175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111-survivor corpus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+ 501-seed pool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0352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A356F"/>
          </a:solidFill>
          <a:ln/>
        </p:spPr>
      </p:sp>
      <p:sp>
        <p:nvSpPr>
          <p:cNvPr id="15" name="Shape 13"/>
          <p:cNvSpPr/>
          <p:nvPr/>
        </p:nvSpPr>
        <p:spPr>
          <a:xfrm>
            <a:off x="5596128" y="30175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16" name="Text 14"/>
          <p:cNvSpPr/>
          <p:nvPr/>
        </p:nvSpPr>
        <p:spPr>
          <a:xfrm>
            <a:off x="5596128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generation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(~245+ corpus)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8952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A356F"/>
          </a:solidFill>
          <a:ln/>
        </p:spPr>
      </p:sp>
      <p:sp>
        <p:nvSpPr>
          <p:cNvPr id="20" name="Shape 18"/>
          <p:cNvSpPr/>
          <p:nvPr/>
        </p:nvSpPr>
        <p:spPr>
          <a:xfrm>
            <a:off x="7882128" y="30175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21" name="Text 19"/>
          <p:cNvSpPr/>
          <p:nvPr/>
        </p:nvSpPr>
        <p:spPr>
          <a:xfrm>
            <a:off x="7882128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 SFT file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120b fine-tune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7552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A356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8128" y="30175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8A8FA3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8128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669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vs frozen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(4 cells)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 for: OTPs when the fine-tune launches. Everything else routes around roadblocks autonomously and writes them to memory.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2026-07-12T02:16:00Z</dcterms:created>
  <dcterms:modified xsi:type="dcterms:W3CDTF">2026-07-12T02:16:00Z</dcterms:modified>
</cp:coreProperties>
</file>