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6" r:id="rId11"/>
    <p:sldId id="257" r:id="rId12"/>
    <p:sldId id="258" r:id="rId13"/>
    <p:sldId id="259" r:id="rId14"/>
    <p:sldId id="260"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ntennaCond Light" pitchFamily="2" charset="77"/>
        <a:ea typeface="+mn-ea"/>
        <a:cs typeface="+mn-cs"/>
      </a:defRPr>
    </a:lvl1pPr>
    <a:lvl2pPr marL="457200" algn="l" rtl="0" eaLnBrk="0" fontAlgn="base" hangingPunct="0">
      <a:spcBef>
        <a:spcPct val="0"/>
      </a:spcBef>
      <a:spcAft>
        <a:spcPct val="0"/>
      </a:spcAft>
      <a:defRPr kern="1200">
        <a:solidFill>
          <a:schemeClr val="tx1"/>
        </a:solidFill>
        <a:latin typeface="AntennaCond Light" pitchFamily="2" charset="77"/>
        <a:ea typeface="+mn-ea"/>
        <a:cs typeface="+mn-cs"/>
      </a:defRPr>
    </a:lvl2pPr>
    <a:lvl3pPr marL="914400" algn="l" rtl="0" eaLnBrk="0" fontAlgn="base" hangingPunct="0">
      <a:spcBef>
        <a:spcPct val="0"/>
      </a:spcBef>
      <a:spcAft>
        <a:spcPct val="0"/>
      </a:spcAft>
      <a:defRPr kern="1200">
        <a:solidFill>
          <a:schemeClr val="tx1"/>
        </a:solidFill>
        <a:latin typeface="AntennaCond Light" pitchFamily="2" charset="77"/>
        <a:ea typeface="+mn-ea"/>
        <a:cs typeface="+mn-cs"/>
      </a:defRPr>
    </a:lvl3pPr>
    <a:lvl4pPr marL="1371600" algn="l" rtl="0" eaLnBrk="0" fontAlgn="base" hangingPunct="0">
      <a:spcBef>
        <a:spcPct val="0"/>
      </a:spcBef>
      <a:spcAft>
        <a:spcPct val="0"/>
      </a:spcAft>
      <a:defRPr kern="1200">
        <a:solidFill>
          <a:schemeClr val="tx1"/>
        </a:solidFill>
        <a:latin typeface="AntennaCond Light" pitchFamily="2" charset="77"/>
        <a:ea typeface="+mn-ea"/>
        <a:cs typeface="+mn-cs"/>
      </a:defRPr>
    </a:lvl4pPr>
    <a:lvl5pPr marL="1828800" algn="l" rtl="0" eaLnBrk="0" fontAlgn="base" hangingPunct="0">
      <a:spcBef>
        <a:spcPct val="0"/>
      </a:spcBef>
      <a:spcAft>
        <a:spcPct val="0"/>
      </a:spcAft>
      <a:defRPr kern="1200">
        <a:solidFill>
          <a:schemeClr val="tx1"/>
        </a:solidFill>
        <a:latin typeface="AntennaCond Light" pitchFamily="2" charset="77"/>
        <a:ea typeface="+mn-ea"/>
        <a:cs typeface="+mn-cs"/>
      </a:defRPr>
    </a:lvl5pPr>
    <a:lvl6pPr marL="2286000" algn="l" defTabSz="914400" rtl="0" eaLnBrk="1" latinLnBrk="0" hangingPunct="1">
      <a:defRPr kern="1200">
        <a:solidFill>
          <a:schemeClr val="tx1"/>
        </a:solidFill>
        <a:latin typeface="AntennaCond Light" pitchFamily="2" charset="77"/>
        <a:ea typeface="+mn-ea"/>
        <a:cs typeface="+mn-cs"/>
      </a:defRPr>
    </a:lvl6pPr>
    <a:lvl7pPr marL="2743200" algn="l" defTabSz="914400" rtl="0" eaLnBrk="1" latinLnBrk="0" hangingPunct="1">
      <a:defRPr kern="1200">
        <a:solidFill>
          <a:schemeClr val="tx1"/>
        </a:solidFill>
        <a:latin typeface="AntennaCond Light" pitchFamily="2" charset="77"/>
        <a:ea typeface="+mn-ea"/>
        <a:cs typeface="+mn-cs"/>
      </a:defRPr>
    </a:lvl7pPr>
    <a:lvl8pPr marL="3200400" algn="l" defTabSz="914400" rtl="0" eaLnBrk="1" latinLnBrk="0" hangingPunct="1">
      <a:defRPr kern="1200">
        <a:solidFill>
          <a:schemeClr val="tx1"/>
        </a:solidFill>
        <a:latin typeface="AntennaCond Light" pitchFamily="2" charset="77"/>
        <a:ea typeface="+mn-ea"/>
        <a:cs typeface="+mn-cs"/>
      </a:defRPr>
    </a:lvl8pPr>
    <a:lvl9pPr marL="3657600" algn="l" defTabSz="914400" rtl="0" eaLnBrk="1" latinLnBrk="0" hangingPunct="1">
      <a:defRPr kern="1200">
        <a:solidFill>
          <a:schemeClr val="tx1"/>
        </a:solidFill>
        <a:latin typeface="AntennaCond Light" pitchFamily="2" charset="77"/>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11" autoAdjust="0"/>
    <p:restoredTop sz="96405" autoAdjust="0"/>
  </p:normalViewPr>
  <p:slideViewPr>
    <p:cSldViewPr snapToGrid="0">
      <p:cViewPr varScale="1">
        <p:scale>
          <a:sx n="139" d="100"/>
          <a:sy n="139" d="100"/>
        </p:scale>
        <p:origin x="184" y="18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Fake proofs still passing</c:v>
                </c:pt>
              </c:strCache>
            </c:strRef>
          </c:tx>
          <c:dPt>
            <c:idx val="0"/>
            <c:spPr>
              <a:solidFill>
                <a:srgbClr val="EAAA00"/>
              </a:solidFill>
            </c:spPr>
          </c:dPt>
          <c:dPt>
            <c:idx val="1"/>
            <c:spPr>
              <a:solidFill>
                <a:srgbClr val="EAAA00"/>
              </a:solidFill>
            </c:spPr>
          </c:dPt>
          <c:dPt>
            <c:idx val="2"/>
            <c:spPr>
              <a:solidFill>
                <a:srgbClr val="EAAA00"/>
              </a:solidFill>
            </c:spPr>
          </c:dPt>
          <c:dPt>
            <c:idx val="3"/>
            <c:spPr>
              <a:solidFill>
                <a:srgbClr val="5A0722"/>
              </a:solidFill>
            </c:spPr>
          </c:dPt>
          <c:cat>
            <c:strRef>
              <c:f>Sheet1!$A$2:$A$5</c:f>
              <c:strCache>
                <c:ptCount val="4"/>
                <c:pt idx="0">
                  <c:v>Syntax (SANY)</c:v>
                </c:pt>
                <c:pt idx="1">
                  <c:v>Model check (TLC)</c:v>
                </c:pt>
                <c:pt idx="2">
                  <c:v>Vacuity test</c:v>
                </c:pt>
                <c:pt idx="3">
                  <c:v>Semantic audit</c:v>
                </c:pt>
              </c:strCache>
            </c:strRef>
          </c:cat>
          <c:val>
            <c:numRef>
              <c:f>Sheet1!$B$2:$B$5</c:f>
              <c:numCache>
                <c:formatCode>General</c:formatCode>
                <c:ptCount val="4"/>
                <c:pt idx="0">
                  <c:v>4</c:v>
                </c:pt>
                <c:pt idx="1">
                  <c:v>4</c:v>
                </c:pt>
                <c:pt idx="2">
                  <c:v>4</c:v>
                </c:pt>
                <c:pt idx="3">
                  <c:v>0</c:v>
                </c:pt>
              </c:numCache>
            </c:numRef>
          </c:val>
        </c:ser>
        <c:dLbls>
          <c:numFmt formatCode="0" sourceLinked="0"/>
          <c:txPr>
            <a:bodyPr/>
            <a:lstStyle/>
            <a:p>
              <a:pPr>
                <a:defRPr sz="1800" b="1">
                  <a:solidFill>
                    <a:srgbClr val="5A0722"/>
                  </a:solidFill>
                </a:defRPr>
              </a:pPr>
            </a:p>
          </c:txPr>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787878"/>
            </a:solidFill>
          </a:ln>
        </c:spPr>
        <c:txPr>
          <a:bodyPr/>
          <a:lstStyle/>
          <a:p>
            <a:pPr>
              <a:defRPr sz="1300" b="1"/>
            </a:pPr>
          </a:p>
        </c:txPr>
        <c:crossAx val="-2113994440"/>
        <c:crosses val="autoZero"/>
        <c:auto val="1"/>
        <c:lblAlgn val="ctr"/>
        <c:lblOffset val="100"/>
        <c:noMultiLvlLbl val="0"/>
      </c:catAx>
      <c:valAx>
        <c:axId val="-2113994440"/>
        <c:scaling>
          <c:max val="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Retrieval baseline  (161)</c:v>
                </c:pt>
              </c:strCache>
            </c:strRef>
          </c:tx>
          <c:spPr>
            <a:solidFill>
              <a:srgbClr val="5A0722"/>
            </a:solidFill>
          </c:spPr>
          <c:cat>
            <c:strRef>
              <c:f>Sheet1!$A$2:$A$2</c:f>
              <c:strCache>
                <c:ptCount val="1"/>
                <c:pt idx="0">
                  <c:v>The full 206-spec corpus</c:v>
                </c:pt>
              </c:strCache>
            </c:strRef>
          </c:cat>
          <c:val>
            <c:numRef>
              <c:f>Sheet1!$B$2:$B$2</c:f>
              <c:numCache>
                <c:formatCode>General</c:formatCode>
                <c:ptCount val="1"/>
                <c:pt idx="0">
                  <c:v>161</c:v>
                </c:pt>
              </c:numCache>
            </c:numRef>
          </c:val>
        </c:ser>
        <c:ser>
          <c:idx val="1"/>
          <c:order val="1"/>
          <c:tx>
            <c:strRef>
              <c:f>Sheet1!$C$1</c:f>
              <c:strCache>
                <c:ptCount val="1"/>
                <c:pt idx="0">
                  <c:v>New specs the model solves  (5)</c:v>
                </c:pt>
              </c:strCache>
            </c:strRef>
          </c:tx>
          <c:spPr>
            <a:solidFill>
              <a:srgbClr val="C87800"/>
            </a:solidFill>
          </c:spPr>
          <c:cat>
            <c:strRef>
              <c:f>Sheet1!$A$2:$A$2</c:f>
              <c:strCache>
                <c:ptCount val="1"/>
                <c:pt idx="0">
                  <c:v>The full 206-spec corpus</c:v>
                </c:pt>
              </c:strCache>
            </c:strRef>
          </c:cat>
          <c:val>
            <c:numRef>
              <c:f>Sheet1!$C$2:$C$2</c:f>
              <c:numCache>
                <c:formatCode>General</c:formatCode>
                <c:ptCount val="1"/>
                <c:pt idx="0">
                  <c:v>5</c:v>
                </c:pt>
              </c:numCache>
            </c:numRef>
          </c:val>
        </c:ser>
        <c:ser>
          <c:idx val="2"/>
          <c:order val="2"/>
          <c:tx>
            <c:strRef>
              <c:f>Sheet1!$D$1</c:f>
              <c:strCache>
                <c:ptCount val="1"/>
                <c:pt idx="0">
                  <c:v>Added by retrieval + oracle  (10)</c:v>
                </c:pt>
              </c:strCache>
            </c:strRef>
          </c:tx>
          <c:spPr>
            <a:solidFill>
              <a:srgbClr val="963C55"/>
            </a:solidFill>
          </c:spPr>
          <c:cat>
            <c:strRef>
              <c:f>Sheet1!$A$2:$A$2</c:f>
              <c:strCache>
                <c:ptCount val="1"/>
                <c:pt idx="0">
                  <c:v>The full 206-spec corpus</c:v>
                </c:pt>
              </c:strCache>
            </c:strRef>
          </c:cat>
          <c:val>
            <c:numRef>
              <c:f>Sheet1!$D$2:$D$2</c:f>
              <c:numCache>
                <c:formatCode>General</c:formatCode>
                <c:ptCount val="1"/>
                <c:pt idx="0">
                  <c:v>10</c:v>
                </c:pt>
              </c:numCache>
            </c:numRef>
          </c:val>
        </c:ser>
        <c:ser>
          <c:idx val="3"/>
          <c:order val="3"/>
          <c:tx>
            <c:strRef>
              <c:f>Sheet1!$E$1</c:f>
              <c:strCache>
                <c:ptCount val="1"/>
                <c:pt idx="0">
                  <c:v>Still unsolved  (30)</c:v>
                </c:pt>
              </c:strCache>
            </c:strRef>
          </c:tx>
          <c:spPr>
            <a:solidFill>
              <a:srgbClr val="6E6E6E"/>
            </a:solidFill>
          </c:spPr>
          <c:cat>
            <c:strRef>
              <c:f>Sheet1!$A$2:$A$2</c:f>
              <c:strCache>
                <c:ptCount val="1"/>
                <c:pt idx="0">
                  <c:v>The full 206-spec corpus</c:v>
                </c:pt>
              </c:strCache>
            </c:strRef>
          </c:cat>
          <c:val>
            <c:numRef>
              <c:f>Sheet1!$E$2:$E$2</c:f>
              <c:numCache>
                <c:formatCode>General</c:formatCode>
                <c:ptCount val="1"/>
                <c:pt idx="0">
                  <c:v>30</c:v>
                </c:pt>
              </c:numCache>
            </c:numRef>
          </c:val>
        </c:ser>
        <c:gapWidth val="70"/>
        <c:overlap val="100"/>
        <c:axId val="-2068027336"/>
        <c:axId val="-2113994440"/>
      </c:barChart>
      <c:catAx>
        <c:axId val="-2068027336"/>
        <c:scaling>
          <c:orientation val="minMax"/>
        </c:scaling>
        <c:delete val="0"/>
        <c:axPos val="b"/>
        <c:majorTickMark val="out"/>
        <c:minorTickMark val="none"/>
        <c:tickLblPos val="nextTo"/>
        <c:spPr>
          <a:ln>
            <a:solidFill>
              <a:srgbClr val="787878"/>
            </a:solidFill>
          </a:ln>
        </c:spPr>
        <c:txPr>
          <a:bodyPr/>
          <a:lstStyle/>
          <a:p>
            <a:pPr>
              <a:defRPr sz="1300" b="1"/>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300"/>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F2DE46-3A07-D2AD-37DA-FAA08AFCBC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D9B89C84-5BB0-6385-9B4B-7603B85230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542C6D21-931B-9744-860E-9BA3D9C4AC38}" type="datetimeFigureOut">
              <a:rPr lang="en-US">
                <a:latin typeface="Arial" panose="020B0604020202020204" pitchFamily="34" charset="0"/>
              </a:rPr>
              <a:pPr>
                <a:defRPr/>
              </a:pPr>
              <a:t>8/29/24</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5F469EA9-FF37-ACA1-4150-97AD4791CE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B1E0D455-901F-1381-66BF-B07FC711D2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AD91E981-3A1F-7D4B-A4BE-0A4284CE6FA5}"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993383C-A683-C919-3135-C447889E98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b="0" i="0">
                <a:latin typeface="Arial" panose="020B0604020202020204" pitchFamily="34" charset="0"/>
              </a:defRPr>
            </a:lvl1pPr>
          </a:lstStyle>
          <a:p>
            <a:pPr>
              <a:defRPr/>
            </a:pPr>
            <a:endParaRPr lang="en-US" dirty="0"/>
          </a:p>
        </p:txBody>
      </p:sp>
      <p:sp>
        <p:nvSpPr>
          <p:cNvPr id="3" name="Date Placeholder 2">
            <a:extLst>
              <a:ext uri="{FF2B5EF4-FFF2-40B4-BE49-F238E27FC236}">
                <a16:creationId xmlns:a16="http://schemas.microsoft.com/office/drawing/2014/main" id="{6D814F24-4132-1A75-D2A4-BD9D3BC1F13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b="0" i="0" smtClean="0">
                <a:latin typeface="Arial" panose="020B0604020202020204" pitchFamily="34" charset="0"/>
              </a:defRPr>
            </a:lvl1pPr>
          </a:lstStyle>
          <a:p>
            <a:pPr>
              <a:defRPr/>
            </a:pPr>
            <a:fld id="{BDC235E1-6E59-8947-BA8F-3DA54233A74F}" type="datetimeFigureOut">
              <a:rPr lang="en-US" smtClean="0"/>
              <a:pPr>
                <a:defRPr/>
              </a:pPr>
              <a:t>8/29/24</a:t>
            </a:fld>
            <a:endParaRPr lang="en-US" dirty="0"/>
          </a:p>
        </p:txBody>
      </p:sp>
      <p:sp>
        <p:nvSpPr>
          <p:cNvPr id="4" name="Slide Image Placeholder 3">
            <a:extLst>
              <a:ext uri="{FF2B5EF4-FFF2-40B4-BE49-F238E27FC236}">
                <a16:creationId xmlns:a16="http://schemas.microsoft.com/office/drawing/2014/main" id="{5924D5AC-D38E-14BC-7574-CF774CDE4E7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853B1FF8-D042-E588-83AE-BCCA1A91EEE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C8AF5681-00E4-C10A-7A29-AD09AA89E9D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b="0" i="0">
                <a:latin typeface="Arial" panose="020B0604020202020204" pitchFamily="34" charset="0"/>
              </a:defRPr>
            </a:lvl1pPr>
          </a:lstStyle>
          <a:p>
            <a:pPr>
              <a:defRPr/>
            </a:pPr>
            <a:endParaRPr lang="en-US" dirty="0"/>
          </a:p>
        </p:txBody>
      </p:sp>
      <p:sp>
        <p:nvSpPr>
          <p:cNvPr id="7" name="Slide Number Placeholder 6">
            <a:extLst>
              <a:ext uri="{FF2B5EF4-FFF2-40B4-BE49-F238E27FC236}">
                <a16:creationId xmlns:a16="http://schemas.microsoft.com/office/drawing/2014/main" id="{30D9A684-1CA1-BA29-BD40-9D2F79E317BF}"/>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b="0" i="0" smtClean="0">
                <a:latin typeface="Arial" panose="020B0604020202020204" pitchFamily="34" charset="0"/>
              </a:defRPr>
            </a:lvl1pPr>
          </a:lstStyle>
          <a:p>
            <a:pPr>
              <a:defRPr/>
            </a:pPr>
            <a:fld id="{D41EC1E3-F35F-334F-B16D-E9127AADAD98}"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b="0" i="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b="0" i="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b="0" i="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b="0" i="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status on prove-TLA. Three things this week: the full-corpus results are in, the audit changed the headline number, and I'll end on the one number we still owe.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important one. The model produced 170 proofs that pass everything our automated pipeline throws at them: syntax, the model checker, the vacuity test. Four of those were fake. The model had deleted the property it was supposed to prove and left something trivially true. Only the semantic audit caught them. So the score we trust is 166, not 170. The point isn't the size of the number, it's that a pass rate you haven't audited can't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here, because the whole point of this deck is not to overclaim. What we can say for certain, from ChatTLA's own model card, is that its training corpus included all 205 specs in the benchmark. So any score it reports on that corpus is partly memorization. And there is no decontaminated, audited evaluation of it on the full corpus. I am deliberately NOT claiming their 30% holdout number was contaminated, because I haven't verified that the specific holdout specs were in training. The honest statement is: there's no clean number to compare against yet. That is exactly why we froze our own held-out set before measuring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picture on all 206 specs. Retrieval alone gets 161. The model contributes 5 genuinely new ones on top of that. Retrieval plus the oracle covers 176 total. 30 are still unsolved by anything we have. Every number on this slide survived the semantic audit, so treat these as floors we can defend, not best-case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want you to take away. The contribution this week is the audit and the discipline, not a bigger score. We locked the test set and the scoring rules before running anything, so nobody can move the goalposts later, us included. The thing we still owe is the baseline on the held-out set. That's the bar a retrained model has to beat, and until it's run we don't have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a_title-tex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B58DB7-87FA-5B4F-1FE5-4A2E2A2BFF02}"/>
              </a:ext>
            </a:extLst>
          </p:cNvPr>
          <p:cNvSpPr/>
          <p:nvPr userDrawn="1"/>
        </p:nvSpPr>
        <p:spPr>
          <a:xfrm>
            <a:off x="184639" y="164122"/>
            <a:ext cx="11822722" cy="65092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sp>
        <p:nvSpPr>
          <p:cNvPr id="11" name="Rectangle 10">
            <a:extLst>
              <a:ext uri="{FF2B5EF4-FFF2-40B4-BE49-F238E27FC236}">
                <a16:creationId xmlns:a16="http://schemas.microsoft.com/office/drawing/2014/main" id="{451E42CB-9C8B-D2D7-6297-755D9A85782F}"/>
              </a:ext>
            </a:extLst>
          </p:cNvPr>
          <p:cNvSpPr/>
          <p:nvPr userDrawn="1"/>
        </p:nvSpPr>
        <p:spPr>
          <a:xfrm>
            <a:off x="9091098" y="164122"/>
            <a:ext cx="2916263" cy="1641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sp>
        <p:nvSpPr>
          <p:cNvPr id="13" name="Text Placeholder 7">
            <a:extLst>
              <a:ext uri="{FF2B5EF4-FFF2-40B4-BE49-F238E27FC236}">
                <a16:creationId xmlns:a16="http://schemas.microsoft.com/office/drawing/2014/main" id="{CD745230-BBB5-2342-512A-04FF6B89A951}"/>
              </a:ext>
            </a:extLst>
          </p:cNvPr>
          <p:cNvSpPr>
            <a:spLocks noGrp="1"/>
          </p:cNvSpPr>
          <p:nvPr>
            <p:ph type="body" sz="quarter" idx="11" hasCustomPrompt="1"/>
          </p:nvPr>
        </p:nvSpPr>
        <p:spPr>
          <a:xfrm>
            <a:off x="914400" y="2672142"/>
            <a:ext cx="10287000" cy="747897"/>
          </a:xfrm>
        </p:spPr>
        <p:txBody>
          <a:bodyPr wrap="square" lIns="0" tIns="0" rIns="0" bIns="0">
            <a:noAutofit/>
          </a:bodyPr>
          <a:lstStyle>
            <a:lvl1pPr marL="0" indent="0">
              <a:buFontTx/>
              <a:buNone/>
              <a:defRPr lang="en-US" sz="5400" b="1" i="0" kern="3000" spc="0" baseline="0" dirty="0">
                <a:solidFill>
                  <a:schemeClr val="bg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
        <p:nvSpPr>
          <p:cNvPr id="14" name="Text Placeholder 7">
            <a:extLst>
              <a:ext uri="{FF2B5EF4-FFF2-40B4-BE49-F238E27FC236}">
                <a16:creationId xmlns:a16="http://schemas.microsoft.com/office/drawing/2014/main" id="{D45EA388-638E-C444-7AA2-61960A63393A}"/>
              </a:ext>
            </a:extLst>
          </p:cNvPr>
          <p:cNvSpPr>
            <a:spLocks noGrp="1"/>
          </p:cNvSpPr>
          <p:nvPr>
            <p:ph type="body" sz="quarter" idx="12" hasCustomPrompt="1"/>
          </p:nvPr>
        </p:nvSpPr>
        <p:spPr>
          <a:xfrm>
            <a:off x="914400" y="3708771"/>
            <a:ext cx="10287000" cy="276999"/>
          </a:xfrm>
        </p:spPr>
        <p:txBody>
          <a:bodyPr wrap="square" lIns="0" tIns="0" rIns="0" bIns="0">
            <a:noAutofit/>
          </a:bodyPr>
          <a:lstStyle>
            <a:lvl1pPr marL="0" indent="0">
              <a:buFontTx/>
              <a:buNone/>
              <a:defRPr lang="en-US" sz="2000" b="0" i="0" kern="1200" cap="none" spc="0" baseline="0" dirty="0">
                <a:solidFill>
                  <a:schemeClr val="bg1"/>
                </a:solidFill>
                <a:latin typeface="Arial" panose="020B0604020202020204" pitchFamily="34" charset="0"/>
                <a:ea typeface="+mn-ea"/>
                <a:cs typeface="Arial"/>
              </a:defRPr>
            </a:lvl1pPr>
          </a:lstStyle>
          <a:p>
            <a:pPr lvl="0"/>
            <a:r>
              <a:rPr lang="en-US" dirty="0"/>
              <a:t>Click to add explanatory text</a:t>
            </a:r>
          </a:p>
        </p:txBody>
      </p:sp>
      <p:pic>
        <p:nvPicPr>
          <p:cNvPr id="16" name="Picture 4">
            <a:extLst>
              <a:ext uri="{FF2B5EF4-FFF2-40B4-BE49-F238E27FC236}">
                <a16:creationId xmlns:a16="http://schemas.microsoft.com/office/drawing/2014/main" id="{311915F7-957F-C11D-B327-1AEC4E0651D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465820" y="5769094"/>
            <a:ext cx="3223260" cy="671512"/>
          </a:xfrm>
          <a:prstGeom prst="rect">
            <a:avLst/>
          </a:prstGeom>
        </p:spPr>
      </p:pic>
      <p:sp>
        <p:nvSpPr>
          <p:cNvPr id="2" name="Text Placeholder 7">
            <a:extLst>
              <a:ext uri="{FF2B5EF4-FFF2-40B4-BE49-F238E27FC236}">
                <a16:creationId xmlns:a16="http://schemas.microsoft.com/office/drawing/2014/main" id="{9BF32650-26F4-CAD2-9616-B59718564C85}"/>
              </a:ext>
            </a:extLst>
          </p:cNvPr>
          <p:cNvSpPr>
            <a:spLocks noGrp="1"/>
          </p:cNvSpPr>
          <p:nvPr>
            <p:ph type="body" sz="quarter" idx="14" hasCustomPrompt="1"/>
          </p:nvPr>
        </p:nvSpPr>
        <p:spPr>
          <a:xfrm>
            <a:off x="914400" y="6244784"/>
            <a:ext cx="5716077" cy="166199"/>
          </a:xfrm>
        </p:spPr>
        <p:txBody>
          <a:bodyPr lIns="0" tIns="0" rIns="0" bIns="0" anchor="b">
            <a:spAutoFit/>
          </a:bodyPr>
          <a:lstStyle>
            <a:lvl1pPr marL="0" indent="0">
              <a:buFontTx/>
              <a:buNone/>
              <a:defRPr lang="en-US" sz="1200" b="0" i="0" kern="1200" cap="all" spc="50" baseline="0" dirty="0">
                <a:solidFill>
                  <a:schemeClr val="bg1"/>
                </a:solidFill>
                <a:latin typeface="Arial" panose="020B0604020202020204" pitchFamily="34" charset="0"/>
                <a:ea typeface="+mn-ea"/>
                <a:cs typeface="Arial" panose="020B0604020202020204" pitchFamily="34" charset="0"/>
              </a:defRPr>
            </a:lvl1pPr>
          </a:lstStyle>
          <a:p>
            <a:pPr lvl="0"/>
            <a:r>
              <a:rPr lang="en-US" dirty="0"/>
              <a:t>Click to add details: Date  •  Presenters  •  etc.</a:t>
            </a:r>
          </a:p>
        </p:txBody>
      </p:sp>
      <p:sp>
        <p:nvSpPr>
          <p:cNvPr id="4" name="Text Placeholder 11">
            <a:extLst>
              <a:ext uri="{FF2B5EF4-FFF2-40B4-BE49-F238E27FC236}">
                <a16:creationId xmlns:a16="http://schemas.microsoft.com/office/drawing/2014/main" id="{05BB11A5-AF5C-351F-6CAB-0560A2053A7A}"/>
              </a:ext>
            </a:extLst>
          </p:cNvPr>
          <p:cNvSpPr>
            <a:spLocks noGrp="1"/>
          </p:cNvSpPr>
          <p:nvPr>
            <p:ph type="body" sz="quarter" idx="15" hasCustomPrompt="1"/>
          </p:nvPr>
        </p:nvSpPr>
        <p:spPr>
          <a:xfrm>
            <a:off x="918100" y="2094272"/>
            <a:ext cx="10302528" cy="221599"/>
          </a:xfrm>
        </p:spPr>
        <p:txBody>
          <a:bodyPr wrap="square" lIns="0" tIns="0" rIns="0" bIns="0">
            <a:noAutofit/>
          </a:bodyPr>
          <a:lstStyle>
            <a:lvl1pPr marL="0" indent="0" algn="l" defTabSz="914400" rtl="0" eaLnBrk="1" latinLnBrk="0" hangingPunct="1">
              <a:buNone/>
              <a:defRPr lang="en-US" sz="1600" b="1" i="0" kern="1200" cap="all" spc="0" baseline="0" dirty="0">
                <a:solidFill>
                  <a:schemeClr val="accent2"/>
                </a:solidFill>
                <a:latin typeface="Arial" panose="020B0604020202020204" pitchFamily="34" charset="0"/>
                <a:ea typeface="+mn-ea"/>
                <a:cs typeface="Arial"/>
              </a:defRPr>
            </a:lvl1pPr>
          </a:lstStyle>
          <a:p>
            <a:pPr lvl="0"/>
            <a:r>
              <a:rPr lang="en-US" dirty="0"/>
              <a:t>Click to ADD label</a:t>
            </a:r>
          </a:p>
        </p:txBody>
      </p:sp>
    </p:spTree>
    <p:extLst>
      <p:ext uri="{BB962C8B-B14F-4D97-AF65-F5344CB8AC3E}">
        <p14:creationId xmlns:p14="http://schemas.microsoft.com/office/powerpoint/2010/main" val="1996645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b_title-image-maro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E21E3E-9875-83EF-850D-12FD897E4252}"/>
              </a:ext>
            </a:extLst>
          </p:cNvPr>
          <p:cNvSpPr/>
          <p:nvPr/>
        </p:nvSpPr>
        <p:spPr>
          <a:xfrm>
            <a:off x="0" y="5619750"/>
            <a:ext cx="12192000" cy="1238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Picture Placeholder 5"/>
          <p:cNvSpPr>
            <a:spLocks noGrp="1" noRot="1" noMove="1" noResize="1" noEditPoints="1" noAdjustHandles="1" noChangeArrowheads="1" noChangeShapeType="1"/>
          </p:cNvSpPr>
          <p:nvPr>
            <p:ph type="pic" sz="quarter" idx="10"/>
          </p:nvPr>
        </p:nvSpPr>
        <p:spPr>
          <a:xfrm>
            <a:off x="0" y="0"/>
            <a:ext cx="12192000" cy="5619750"/>
          </a:xfrm>
          <a:noFill/>
        </p:spPr>
        <p:txBody>
          <a:bodyPr lIns="6858000" rtlCol="0" anchor="ctr">
            <a:normAutofit/>
          </a:bodyPr>
          <a:lstStyle>
            <a:lvl1pPr marL="0" indent="0" algn="l">
              <a:buNone/>
              <a:defRPr sz="2000" b="0" i="0">
                <a:solidFill>
                  <a:schemeClr val="accent2"/>
                </a:solidFill>
              </a:defRPr>
            </a:lvl1pPr>
          </a:lstStyle>
          <a:p>
            <a:pPr lvl="0"/>
            <a:r>
              <a:rPr lang="en-US" noProof="0"/>
              <a:t>Click icon to add picture</a:t>
            </a:r>
            <a:endParaRPr lang="en-US" noProof="0" dirty="0"/>
          </a:p>
        </p:txBody>
      </p:sp>
      <p:sp>
        <p:nvSpPr>
          <p:cNvPr id="3" name="Text Placeholder 7"/>
          <p:cNvSpPr>
            <a:spLocks noGrp="1"/>
          </p:cNvSpPr>
          <p:nvPr>
            <p:ph type="body" sz="quarter" idx="14" hasCustomPrompt="1"/>
          </p:nvPr>
        </p:nvSpPr>
        <p:spPr>
          <a:xfrm>
            <a:off x="781367" y="6372970"/>
            <a:ext cx="5716077" cy="166199"/>
          </a:xfrm>
        </p:spPr>
        <p:txBody>
          <a:bodyPr lIns="0" tIns="0" rIns="0" bIns="0" anchor="b">
            <a:spAutoFit/>
          </a:bodyPr>
          <a:lstStyle>
            <a:lvl1pPr marL="0" indent="0">
              <a:buFontTx/>
              <a:buNone/>
              <a:defRPr lang="en-US" sz="1200" b="0" i="0" kern="1200" cap="all" spc="50" baseline="0" dirty="0">
                <a:solidFill>
                  <a:schemeClr val="bg1"/>
                </a:solidFill>
                <a:latin typeface="Arial" panose="020B0604020202020204" pitchFamily="34" charset="0"/>
                <a:ea typeface="+mn-ea"/>
                <a:cs typeface="Arial" panose="020B0604020202020204" pitchFamily="34" charset="0"/>
              </a:defRPr>
            </a:lvl1pPr>
          </a:lstStyle>
          <a:p>
            <a:pPr lvl="0"/>
            <a:r>
              <a:rPr lang="en-US" dirty="0"/>
              <a:t>Click to add details: Date  •  Presenters  •  etc.</a:t>
            </a:r>
          </a:p>
        </p:txBody>
      </p:sp>
      <p:pic>
        <p:nvPicPr>
          <p:cNvPr id="5" name="Picture 4">
            <a:extLst>
              <a:ext uri="{FF2B5EF4-FFF2-40B4-BE49-F238E27FC236}">
                <a16:creationId xmlns:a16="http://schemas.microsoft.com/office/drawing/2014/main" id="{DFBF1950-B601-4664-A569-B01D38A8967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465820" y="5903119"/>
            <a:ext cx="3223260" cy="671512"/>
          </a:xfrm>
          <a:prstGeom prst="rect">
            <a:avLst/>
          </a:prstGeom>
        </p:spPr>
      </p:pic>
      <p:sp>
        <p:nvSpPr>
          <p:cNvPr id="4" name="Text Placeholder 11">
            <a:extLst>
              <a:ext uri="{FF2B5EF4-FFF2-40B4-BE49-F238E27FC236}">
                <a16:creationId xmlns:a16="http://schemas.microsoft.com/office/drawing/2014/main" id="{AF2B8105-D47B-FF3D-5A67-30E5B7095DD5}"/>
              </a:ext>
            </a:extLst>
          </p:cNvPr>
          <p:cNvSpPr>
            <a:spLocks noGrp="1"/>
          </p:cNvSpPr>
          <p:nvPr>
            <p:ph type="body" sz="quarter" idx="12" hasCustomPrompt="1"/>
          </p:nvPr>
        </p:nvSpPr>
        <p:spPr>
          <a:xfrm>
            <a:off x="781368" y="2404542"/>
            <a:ext cx="5359550" cy="1218795"/>
          </a:xfrm>
        </p:spPr>
        <p:txBody>
          <a:bodyPr lIns="0" tIns="0" rIns="0" bIns="0">
            <a:noAutofit/>
          </a:bodyPr>
          <a:lstStyle>
            <a:lvl1pPr marL="0" indent="0" algn="l" defTabSz="914400" rtl="0" eaLnBrk="1" latinLnBrk="0" hangingPunct="1">
              <a:buNone/>
              <a:defRPr lang="en-US" sz="4400" b="1" i="0" kern="3000" cap="none" spc="0" baseline="0" dirty="0">
                <a:solidFill>
                  <a:schemeClr val="tx1"/>
                </a:solidFill>
                <a:latin typeface="Arial" panose="020B0604020202020204" pitchFamily="34" charset="0"/>
                <a:ea typeface="+mn-ea"/>
                <a:cs typeface="Arial"/>
              </a:defRPr>
            </a:lvl1pPr>
          </a:lstStyle>
          <a:p>
            <a:pPr lvl="0"/>
            <a:r>
              <a:rPr lang="en-US" dirty="0"/>
              <a:t>Click to add headline on image</a:t>
            </a:r>
          </a:p>
        </p:txBody>
      </p:sp>
      <p:sp>
        <p:nvSpPr>
          <p:cNvPr id="8" name="Text Placeholder 11">
            <a:extLst>
              <a:ext uri="{FF2B5EF4-FFF2-40B4-BE49-F238E27FC236}">
                <a16:creationId xmlns:a16="http://schemas.microsoft.com/office/drawing/2014/main" id="{7E1BAEAF-DCEB-1C35-8B74-5194D4A86BFB}"/>
              </a:ext>
            </a:extLst>
          </p:cNvPr>
          <p:cNvSpPr>
            <a:spLocks noGrp="1"/>
          </p:cNvSpPr>
          <p:nvPr>
            <p:ph type="body" sz="quarter" idx="11" hasCustomPrompt="1"/>
          </p:nvPr>
        </p:nvSpPr>
        <p:spPr>
          <a:xfrm>
            <a:off x="781367" y="1829351"/>
            <a:ext cx="5369176" cy="221599"/>
          </a:xfrm>
        </p:spPr>
        <p:txBody>
          <a:bodyPr lIns="0" tIns="0" rIns="0" bIns="0">
            <a:noAutofit/>
          </a:bodyPr>
          <a:lstStyle>
            <a:lvl1pPr marL="0" indent="0" algn="l" defTabSz="914400" rtl="0" eaLnBrk="1" latinLnBrk="0" hangingPunct="1">
              <a:buNone/>
              <a:defRPr lang="en-US" sz="1600" b="1" i="0" kern="1200" cap="all" spc="0" baseline="0" dirty="0">
                <a:solidFill>
                  <a:schemeClr val="tx1"/>
                </a:solidFill>
                <a:latin typeface="Arial" panose="020B0604020202020204" pitchFamily="34" charset="0"/>
                <a:ea typeface="+mn-ea"/>
                <a:cs typeface="Arial"/>
              </a:defRPr>
            </a:lvl1pPr>
          </a:lstStyle>
          <a:p>
            <a:pPr lvl="0"/>
            <a:r>
              <a:rPr lang="en-US" dirty="0"/>
              <a:t>Click to ADD label</a:t>
            </a:r>
          </a:p>
        </p:txBody>
      </p:sp>
      <p:sp>
        <p:nvSpPr>
          <p:cNvPr id="9" name="Text Placeholder 11">
            <a:extLst>
              <a:ext uri="{FF2B5EF4-FFF2-40B4-BE49-F238E27FC236}">
                <a16:creationId xmlns:a16="http://schemas.microsoft.com/office/drawing/2014/main" id="{AD4350CD-33FC-41B9-428F-36D65F0269F7}"/>
              </a:ext>
            </a:extLst>
          </p:cNvPr>
          <p:cNvSpPr>
            <a:spLocks noGrp="1"/>
          </p:cNvSpPr>
          <p:nvPr>
            <p:ph type="body" sz="quarter" idx="13" hasCustomPrompt="1"/>
          </p:nvPr>
        </p:nvSpPr>
        <p:spPr>
          <a:xfrm>
            <a:off x="781369" y="3871435"/>
            <a:ext cx="5378800" cy="249299"/>
          </a:xfrm>
        </p:spPr>
        <p:txBody>
          <a:bodyPr lIns="0" tIns="0" rIns="0" bIns="0">
            <a:noAutofit/>
          </a:bodyPr>
          <a:lstStyle>
            <a:lvl1pPr marL="0" indent="0" algn="l" defTabSz="914400" rtl="0" eaLnBrk="1" latinLnBrk="0" hangingPunct="1">
              <a:buNone/>
              <a:defRPr lang="en-US" sz="1800" b="0" i="0" kern="100" cap="none" spc="0" baseline="0" dirty="0">
                <a:solidFill>
                  <a:schemeClr val="tx1"/>
                </a:solidFill>
                <a:latin typeface="Arial" panose="020B0604020202020204" pitchFamily="34" charset="0"/>
                <a:ea typeface="+mn-ea"/>
                <a:cs typeface="Arial" panose="020B0604020202020204" pitchFamily="34" charset="0"/>
              </a:defRPr>
            </a:lvl1pPr>
          </a:lstStyle>
          <a:p>
            <a:pPr lvl="0"/>
            <a:r>
              <a:rPr lang="en-US" dirty="0"/>
              <a:t>Click to add explanatory text</a:t>
            </a:r>
          </a:p>
        </p:txBody>
      </p:sp>
    </p:spTree>
    <p:extLst>
      <p:ext uri="{BB962C8B-B14F-4D97-AF65-F5344CB8AC3E}">
        <p14:creationId xmlns:p14="http://schemas.microsoft.com/office/powerpoint/2010/main" val="307573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c_title-image-white">
    <p:spTree>
      <p:nvGrpSpPr>
        <p:cNvPr id="1" name=""/>
        <p:cNvGrpSpPr/>
        <p:nvPr/>
      </p:nvGrpSpPr>
      <p:grpSpPr>
        <a:xfrm>
          <a:off x="0" y="0"/>
          <a:ext cx="0" cy="0"/>
          <a:chOff x="0" y="0"/>
          <a:chExt cx="0" cy="0"/>
        </a:xfrm>
      </p:grpSpPr>
      <p:sp>
        <p:nvSpPr>
          <p:cNvPr id="6" name="Picture Placeholder 5"/>
          <p:cNvSpPr>
            <a:spLocks noGrp="1" noRot="1" noMove="1" noResize="1" noEditPoints="1" noAdjustHandles="1" noChangeArrowheads="1" noChangeShapeType="1"/>
          </p:cNvSpPr>
          <p:nvPr>
            <p:ph type="pic" sz="quarter" idx="10"/>
          </p:nvPr>
        </p:nvSpPr>
        <p:spPr>
          <a:xfrm>
            <a:off x="0" y="0"/>
            <a:ext cx="12192000" cy="5619750"/>
          </a:xfrm>
          <a:noFill/>
        </p:spPr>
        <p:txBody>
          <a:bodyPr lIns="6858000" rtlCol="0" anchor="ctr">
            <a:normAutofit/>
          </a:bodyPr>
          <a:lstStyle>
            <a:lvl1pPr marL="0" indent="0" algn="l">
              <a:buNone/>
              <a:defRPr sz="2000" b="0" i="0">
                <a:solidFill>
                  <a:schemeClr val="accent2"/>
                </a:solidFill>
              </a:defRPr>
            </a:lvl1pPr>
          </a:lstStyle>
          <a:p>
            <a:pPr lvl="0"/>
            <a:r>
              <a:rPr lang="en-US" noProof="0"/>
              <a:t>Click icon to add picture</a:t>
            </a:r>
            <a:endParaRPr lang="en-US" noProof="0" dirty="0"/>
          </a:p>
        </p:txBody>
      </p:sp>
      <p:sp>
        <p:nvSpPr>
          <p:cNvPr id="3" name="Text Placeholder 7"/>
          <p:cNvSpPr>
            <a:spLocks noGrp="1"/>
          </p:cNvSpPr>
          <p:nvPr>
            <p:ph type="body" sz="quarter" idx="14" hasCustomPrompt="1"/>
          </p:nvPr>
        </p:nvSpPr>
        <p:spPr>
          <a:xfrm>
            <a:off x="781367" y="6372970"/>
            <a:ext cx="5716077" cy="166199"/>
          </a:xfrm>
        </p:spPr>
        <p:txBody>
          <a:bodyPr lIns="0" tIns="0" rIns="0" bIns="0" anchor="b">
            <a:spAutoFit/>
          </a:bodyPr>
          <a:lstStyle>
            <a:lvl1pPr marL="0" indent="0">
              <a:buFontTx/>
              <a:buNone/>
              <a:defRPr lang="en-US" sz="1200" b="0" i="0" kern="1200" cap="all" spc="50" baseline="0" dirty="0">
                <a:solidFill>
                  <a:schemeClr val="tx2"/>
                </a:solidFill>
                <a:latin typeface="Arial" panose="020B0604020202020204" pitchFamily="34" charset="0"/>
                <a:ea typeface="+mn-ea"/>
                <a:cs typeface="Arial" panose="020B0604020202020204" pitchFamily="34" charset="0"/>
              </a:defRPr>
            </a:lvl1pPr>
          </a:lstStyle>
          <a:p>
            <a:pPr lvl="0"/>
            <a:r>
              <a:rPr lang="en-US" dirty="0"/>
              <a:t>Click to add details: Date  •  Presenters  •  etc.</a:t>
            </a:r>
          </a:p>
        </p:txBody>
      </p:sp>
      <p:pic>
        <p:nvPicPr>
          <p:cNvPr id="5" name="Picture 4">
            <a:extLst>
              <a:ext uri="{FF2B5EF4-FFF2-40B4-BE49-F238E27FC236}">
                <a16:creationId xmlns:a16="http://schemas.microsoft.com/office/drawing/2014/main" id="{DFBF1950-B601-4664-A569-B01D38A8967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465821" y="5903119"/>
            <a:ext cx="3223257" cy="671512"/>
          </a:xfrm>
          <a:prstGeom prst="rect">
            <a:avLst/>
          </a:prstGeom>
        </p:spPr>
      </p:pic>
      <p:sp>
        <p:nvSpPr>
          <p:cNvPr id="2" name="Text Placeholder 11">
            <a:extLst>
              <a:ext uri="{FF2B5EF4-FFF2-40B4-BE49-F238E27FC236}">
                <a16:creationId xmlns:a16="http://schemas.microsoft.com/office/drawing/2014/main" id="{5B316826-AA89-6A97-C1E7-1066C75C0C57}"/>
              </a:ext>
            </a:extLst>
          </p:cNvPr>
          <p:cNvSpPr>
            <a:spLocks noGrp="1"/>
          </p:cNvSpPr>
          <p:nvPr>
            <p:ph type="body" sz="quarter" idx="12" hasCustomPrompt="1"/>
          </p:nvPr>
        </p:nvSpPr>
        <p:spPr>
          <a:xfrm>
            <a:off x="781368" y="2404542"/>
            <a:ext cx="5359550" cy="1218795"/>
          </a:xfrm>
        </p:spPr>
        <p:txBody>
          <a:bodyPr lIns="0" tIns="0" rIns="0" bIns="0">
            <a:noAutofit/>
          </a:bodyPr>
          <a:lstStyle>
            <a:lvl1pPr marL="0" indent="0" algn="l" defTabSz="914400" rtl="0" eaLnBrk="1" latinLnBrk="0" hangingPunct="1">
              <a:buNone/>
              <a:defRPr lang="en-US" sz="4400" b="1" i="0" kern="3000" cap="none" spc="0" baseline="0" dirty="0">
                <a:solidFill>
                  <a:schemeClr val="tx1"/>
                </a:solidFill>
                <a:latin typeface="Arial" panose="020B0604020202020204" pitchFamily="34" charset="0"/>
                <a:ea typeface="+mn-ea"/>
                <a:cs typeface="Arial"/>
              </a:defRPr>
            </a:lvl1pPr>
          </a:lstStyle>
          <a:p>
            <a:pPr lvl="0"/>
            <a:r>
              <a:rPr lang="en-US" dirty="0"/>
              <a:t>Click to add headline on image</a:t>
            </a:r>
          </a:p>
        </p:txBody>
      </p:sp>
      <p:sp>
        <p:nvSpPr>
          <p:cNvPr id="4" name="Text Placeholder 11">
            <a:extLst>
              <a:ext uri="{FF2B5EF4-FFF2-40B4-BE49-F238E27FC236}">
                <a16:creationId xmlns:a16="http://schemas.microsoft.com/office/drawing/2014/main" id="{CA72B546-5D7B-AB98-B805-06ACF436FFED}"/>
              </a:ext>
            </a:extLst>
          </p:cNvPr>
          <p:cNvSpPr>
            <a:spLocks noGrp="1"/>
          </p:cNvSpPr>
          <p:nvPr>
            <p:ph type="body" sz="quarter" idx="11" hasCustomPrompt="1"/>
          </p:nvPr>
        </p:nvSpPr>
        <p:spPr>
          <a:xfrm>
            <a:off x="781367" y="1829351"/>
            <a:ext cx="5369176" cy="221599"/>
          </a:xfrm>
        </p:spPr>
        <p:txBody>
          <a:bodyPr lIns="0" tIns="0" rIns="0" bIns="0">
            <a:noAutofit/>
          </a:bodyPr>
          <a:lstStyle>
            <a:lvl1pPr marL="0" indent="0" algn="l" defTabSz="914400" rtl="0" eaLnBrk="1" latinLnBrk="0" hangingPunct="1">
              <a:buNone/>
              <a:defRPr lang="en-US" sz="1600" b="1" i="0" kern="1200" cap="all" spc="0" baseline="0" dirty="0">
                <a:solidFill>
                  <a:schemeClr val="tx1"/>
                </a:solidFill>
                <a:latin typeface="Arial" panose="020B0604020202020204" pitchFamily="34" charset="0"/>
                <a:ea typeface="+mn-ea"/>
                <a:cs typeface="Arial"/>
              </a:defRPr>
            </a:lvl1pPr>
          </a:lstStyle>
          <a:p>
            <a:pPr lvl="0"/>
            <a:r>
              <a:rPr lang="en-US" dirty="0"/>
              <a:t>Click to ADD label</a:t>
            </a:r>
          </a:p>
        </p:txBody>
      </p:sp>
      <p:sp>
        <p:nvSpPr>
          <p:cNvPr id="7" name="Text Placeholder 11">
            <a:extLst>
              <a:ext uri="{FF2B5EF4-FFF2-40B4-BE49-F238E27FC236}">
                <a16:creationId xmlns:a16="http://schemas.microsoft.com/office/drawing/2014/main" id="{05606177-7C71-8CAD-993C-CCDEE15BE641}"/>
              </a:ext>
            </a:extLst>
          </p:cNvPr>
          <p:cNvSpPr>
            <a:spLocks noGrp="1"/>
          </p:cNvSpPr>
          <p:nvPr>
            <p:ph type="body" sz="quarter" idx="13" hasCustomPrompt="1"/>
          </p:nvPr>
        </p:nvSpPr>
        <p:spPr>
          <a:xfrm>
            <a:off x="781369" y="3871435"/>
            <a:ext cx="5378800" cy="249299"/>
          </a:xfrm>
        </p:spPr>
        <p:txBody>
          <a:bodyPr lIns="0" tIns="0" rIns="0" bIns="0">
            <a:noAutofit/>
          </a:bodyPr>
          <a:lstStyle>
            <a:lvl1pPr marL="0" indent="0" algn="l" defTabSz="914400" rtl="0" eaLnBrk="1" latinLnBrk="0" hangingPunct="1">
              <a:buNone/>
              <a:defRPr lang="en-US" sz="1800" b="0" i="0" kern="100" cap="none" spc="0" baseline="0" dirty="0">
                <a:solidFill>
                  <a:schemeClr val="tx1"/>
                </a:solidFill>
                <a:latin typeface="Arial" panose="020B0604020202020204" pitchFamily="34" charset="0"/>
                <a:ea typeface="+mn-ea"/>
                <a:cs typeface="Arial" panose="020B0604020202020204" pitchFamily="34" charset="0"/>
              </a:defRPr>
            </a:lvl1pPr>
          </a:lstStyle>
          <a:p>
            <a:pPr lvl="0"/>
            <a:r>
              <a:rPr lang="en-US" dirty="0"/>
              <a:t>Click to add explanatory text</a:t>
            </a:r>
          </a:p>
        </p:txBody>
      </p:sp>
    </p:spTree>
    <p:extLst>
      <p:ext uri="{BB962C8B-B14F-4D97-AF65-F5344CB8AC3E}">
        <p14:creationId xmlns:p14="http://schemas.microsoft.com/office/powerpoint/2010/main" val="61819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welcome-agend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539D35-ECD0-38E2-37B4-7CDD947BAA4E}"/>
              </a:ext>
            </a:extLst>
          </p:cNvPr>
          <p:cNvSpPr/>
          <p:nvPr/>
        </p:nvSpPr>
        <p:spPr>
          <a:xfrm rot="5400000">
            <a:off x="-1400175" y="1987550"/>
            <a:ext cx="6858000" cy="288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91304014-9B8B-36BB-8856-23B5190C937D}"/>
              </a:ext>
            </a:extLst>
          </p:cNvPr>
          <p:cNvSpPr/>
          <p:nvPr/>
        </p:nvSpPr>
        <p:spPr>
          <a:xfrm rot="5400000">
            <a:off x="-1399381" y="2120106"/>
            <a:ext cx="6858000" cy="26177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pic>
        <p:nvPicPr>
          <p:cNvPr id="6" name="Picture 1">
            <a:extLst>
              <a:ext uri="{FF2B5EF4-FFF2-40B4-BE49-F238E27FC236}">
                <a16:creationId xmlns:a16="http://schemas.microsoft.com/office/drawing/2014/main" id="{1D56E4E7-C040-D738-0AAC-D87638A714F4}"/>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2179" t="-6885" r="-22265" b="-6416"/>
          <a:stretch/>
        </p:blipFill>
        <p:spPr>
          <a:xfrm>
            <a:off x="720725" y="1128713"/>
            <a:ext cx="2617788" cy="2640012"/>
          </a:xfrm>
          <a:prstGeom prst="rect">
            <a:avLst/>
          </a:prstGeom>
        </p:spPr>
      </p:pic>
      <p:sp>
        <p:nvSpPr>
          <p:cNvPr id="8" name="Text Placeholder 7"/>
          <p:cNvSpPr>
            <a:spLocks noGrp="1"/>
          </p:cNvSpPr>
          <p:nvPr>
            <p:ph type="body" sz="quarter" idx="10" hasCustomPrompt="1"/>
          </p:nvPr>
        </p:nvSpPr>
        <p:spPr>
          <a:xfrm>
            <a:off x="3862035" y="1344552"/>
            <a:ext cx="7649779" cy="553998"/>
          </a:xfrm>
        </p:spPr>
        <p:txBody>
          <a:bodyPr lIns="0" tIns="0" rIns="0" bIns="0" anchor="b">
            <a:noAutofit/>
          </a:bodyPr>
          <a:lstStyle>
            <a:lvl1pPr marL="0" indent="0">
              <a:buNone/>
              <a:defRPr lang="en-US" sz="4000" b="1" i="0" kern="3000" spc="0" baseline="0" dirty="0">
                <a:solidFill>
                  <a:schemeClr val="tx1"/>
                </a:solidFill>
                <a:latin typeface="Arial" panose="020B0604020202020204" pitchFamily="34" charset="0"/>
                <a:ea typeface="+mj-ea"/>
                <a:cs typeface="Arial" panose="020B0604020202020204" pitchFamily="34" charset="0"/>
              </a:defRPr>
            </a:lvl1pPr>
          </a:lstStyle>
          <a:p>
            <a:pPr lvl="0"/>
            <a:r>
              <a:rPr lang="en-US" dirty="0"/>
              <a:t>Click to add greeting</a:t>
            </a:r>
          </a:p>
        </p:txBody>
      </p:sp>
      <p:sp>
        <p:nvSpPr>
          <p:cNvPr id="12" name="Text Placeholder 11"/>
          <p:cNvSpPr>
            <a:spLocks noGrp="1"/>
          </p:cNvSpPr>
          <p:nvPr>
            <p:ph type="body" sz="quarter" idx="11" hasCustomPrompt="1"/>
          </p:nvPr>
        </p:nvSpPr>
        <p:spPr>
          <a:xfrm>
            <a:off x="3859524" y="2264044"/>
            <a:ext cx="7543886" cy="3810962"/>
          </a:xfrm>
        </p:spPr>
        <p:txBody>
          <a:bodyPr lIns="0" tIns="0" rIns="0" bIns="0">
            <a:noAutofit/>
          </a:bodyPr>
          <a:lstStyle>
            <a:lvl1pPr>
              <a:spcAft>
                <a:spcPts val="200"/>
              </a:spcAft>
              <a:defRPr b="0" i="0" baseline="0"/>
            </a:lvl1pPr>
            <a:lvl2pPr>
              <a:defRPr b="0" i="0" baseline="0"/>
            </a:lvl2pPr>
            <a:lvl3pPr>
              <a:defRPr b="0" i="0" baseline="0"/>
            </a:lvl3pPr>
            <a:lvl4pPr>
              <a:defRPr b="0" i="0" baseline="0"/>
            </a:lvl4pPr>
            <a:lvl5pPr>
              <a:defRPr b="0" i="0" baseline="0"/>
            </a:lvl5pPr>
          </a:lstStyle>
          <a:p>
            <a:pPr lvl="0"/>
            <a:r>
              <a:rPr lang="en-US" dirty="0"/>
              <a:t>Click to add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3"/>
          <p:cNvSpPr>
            <a:spLocks noGrp="1"/>
          </p:cNvSpPr>
          <p:nvPr>
            <p:ph type="body" sz="quarter" idx="17" hasCustomPrompt="1"/>
          </p:nvPr>
        </p:nvSpPr>
        <p:spPr>
          <a:xfrm>
            <a:off x="6535647" y="6452610"/>
            <a:ext cx="4867785" cy="138499"/>
          </a:xfrm>
        </p:spPr>
        <p:txBody>
          <a:bodyPr lIns="0" tIns="0" rIns="0" bIns="0" rtlCol="0">
            <a:noAutofit/>
          </a:bodyPr>
          <a:lstStyle>
            <a:lvl1pPr algn="r">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114948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a_section-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D7B91-BBF5-DDE1-8D49-CD4BAD25F23F}"/>
              </a:ext>
            </a:extLst>
          </p:cNvPr>
          <p:cNvSpPr/>
          <p:nvPr/>
        </p:nvSpPr>
        <p:spPr>
          <a:xfrm>
            <a:off x="184150" y="163513"/>
            <a:ext cx="11823700" cy="65103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8875C6D0-BD29-10E8-CDB5-786F5AAB6042}"/>
              </a:ext>
            </a:extLst>
          </p:cNvPr>
          <p:cNvSpPr/>
          <p:nvPr/>
        </p:nvSpPr>
        <p:spPr>
          <a:xfrm>
            <a:off x="9091613" y="163513"/>
            <a:ext cx="2916237" cy="165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TextBox 3">
            <a:extLst>
              <a:ext uri="{FF2B5EF4-FFF2-40B4-BE49-F238E27FC236}">
                <a16:creationId xmlns:a16="http://schemas.microsoft.com/office/drawing/2014/main" id="{59E138E7-82BB-148B-F91E-EA78EA01B51F}"/>
              </a:ext>
            </a:extLst>
          </p:cNvPr>
          <p:cNvSpPr txBox="1">
            <a:spLocks/>
          </p:cNvSpPr>
          <p:nvPr/>
        </p:nvSpPr>
        <p:spPr>
          <a:xfrm>
            <a:off x="838200" y="6329363"/>
            <a:ext cx="2426946" cy="138499"/>
          </a:xfrm>
          <a:prstGeom prst="rect">
            <a:avLst/>
          </a:prstGeom>
          <a:noFill/>
          <a:ln>
            <a:noFill/>
          </a:ln>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bg1">
                    <a:lumMod val="85000"/>
                  </a:schemeClr>
                </a:solidFill>
                <a:latin typeface="Arial" panose="020B0604020202020204" pitchFamily="34" charset="0"/>
                <a:cs typeface="Arial" panose="020B0604020202020204" pitchFamily="34" charset="0"/>
              </a:rPr>
              <a:t>LOYOLA UNIVERSITY CHICAGO</a:t>
            </a:r>
          </a:p>
        </p:txBody>
      </p:sp>
      <p:sp>
        <p:nvSpPr>
          <p:cNvPr id="14" name="Text Placeholder 13"/>
          <p:cNvSpPr>
            <a:spLocks noGrp="1"/>
          </p:cNvSpPr>
          <p:nvPr>
            <p:ph type="body" sz="quarter" idx="16" hasCustomPrompt="1"/>
          </p:nvPr>
        </p:nvSpPr>
        <p:spPr>
          <a:xfrm>
            <a:off x="781367" y="2870845"/>
            <a:ext cx="10622065" cy="655564"/>
          </a:xfrm>
        </p:spPr>
        <p:txBody>
          <a:bodyPr lIns="0" tIns="0" rIns="0">
            <a:noAutofit/>
          </a:bodyPr>
          <a:lstStyle>
            <a:lvl1pPr marL="0" indent="0" algn="l" defTabSz="914400" rtl="0" eaLnBrk="1" latinLnBrk="0" hangingPunct="1">
              <a:lnSpc>
                <a:spcPct val="90000"/>
              </a:lnSpc>
              <a:spcBef>
                <a:spcPct val="0"/>
              </a:spcBef>
              <a:buNone/>
              <a:defRPr lang="en-US" sz="4400" b="1" i="0" kern="3000" cap="all" spc="-100" baseline="0" dirty="0">
                <a:solidFill>
                  <a:schemeClr val="bg1"/>
                </a:solidFill>
                <a:latin typeface="Arial" panose="020B0604020202020204" pitchFamily="34" charset="0"/>
                <a:ea typeface="+mj-ea"/>
                <a:cs typeface="Arial" panose="020B0604020202020204" pitchFamily="34" charset="0"/>
              </a:defRPr>
            </a:lvl1pPr>
          </a:lstStyle>
          <a:p>
            <a:pPr lvl="0"/>
            <a:r>
              <a:rPr lang="en-US" dirty="0"/>
              <a:t>Click to add section opener</a:t>
            </a:r>
          </a:p>
        </p:txBody>
      </p:sp>
      <p:sp>
        <p:nvSpPr>
          <p:cNvPr id="16" name="Text Placeholder 15"/>
          <p:cNvSpPr>
            <a:spLocks noGrp="1"/>
          </p:cNvSpPr>
          <p:nvPr>
            <p:ph type="body" sz="quarter" idx="17" hasCustomPrompt="1"/>
          </p:nvPr>
        </p:nvSpPr>
        <p:spPr>
          <a:xfrm>
            <a:off x="781367" y="3771127"/>
            <a:ext cx="10622065" cy="249299"/>
          </a:xfrm>
        </p:spPr>
        <p:txBody>
          <a:bodyPr lIns="0" tIns="0" rIns="0" bIns="0">
            <a:noAutofit/>
          </a:bodyPr>
          <a:lstStyle>
            <a:lvl1pPr marL="0" indent="0" algn="l" defTabSz="914400" rtl="0" eaLnBrk="1" latinLnBrk="0" hangingPunct="1">
              <a:buNone/>
              <a:defRPr lang="en-US" sz="1800" b="0" i="0" kern="100" spc="0" baseline="0" dirty="0">
                <a:solidFill>
                  <a:schemeClr val="bg1"/>
                </a:solidFill>
                <a:latin typeface="Arial" panose="020B0604020202020204" pitchFamily="34" charset="0"/>
                <a:ea typeface="+mn-ea"/>
                <a:cs typeface="Arial" panose="020B0604020202020204" pitchFamily="34" charset="0"/>
              </a:defRPr>
            </a:lvl1pPr>
          </a:lstStyle>
          <a:p>
            <a:pPr lvl="0"/>
            <a:r>
              <a:rPr lang="en-US" dirty="0"/>
              <a:t>Click to add explanatory text</a:t>
            </a:r>
          </a:p>
        </p:txBody>
      </p:sp>
      <p:sp>
        <p:nvSpPr>
          <p:cNvPr id="11" name="Text Placeholder 23"/>
          <p:cNvSpPr>
            <a:spLocks noGrp="1"/>
          </p:cNvSpPr>
          <p:nvPr>
            <p:ph type="body" sz="quarter" idx="18" hasCustomPrompt="1"/>
          </p:nvPr>
        </p:nvSpPr>
        <p:spPr>
          <a:xfrm>
            <a:off x="6535647" y="6329518"/>
            <a:ext cx="4867785" cy="138499"/>
          </a:xfrm>
        </p:spPr>
        <p:txBody>
          <a:bodyPr lIns="0" tIns="0" rIns="0" bIns="0" rtlCol="0">
            <a:noAutofit/>
          </a:bodyPr>
          <a:lstStyle>
            <a:lvl1pPr marL="0" indent="0" algn="r">
              <a:buNone/>
              <a:defRPr lang="en-US" sz="1000" b="0" i="0" cap="all" spc="150" baseline="0" dirty="0">
                <a:solidFill>
                  <a:schemeClr val="bg1">
                    <a:lumMod val="85000"/>
                  </a:schemeClr>
                </a:solidFill>
              </a:defRPr>
            </a:lvl1pPr>
          </a:lstStyle>
          <a:p>
            <a:pPr lvl="0"/>
            <a:r>
              <a:rPr lang="en-US" dirty="0"/>
              <a:t>Click to add unit name</a:t>
            </a:r>
          </a:p>
        </p:txBody>
      </p:sp>
      <p:sp>
        <p:nvSpPr>
          <p:cNvPr id="5" name="Text Placeholder 11">
            <a:extLst>
              <a:ext uri="{FF2B5EF4-FFF2-40B4-BE49-F238E27FC236}">
                <a16:creationId xmlns:a16="http://schemas.microsoft.com/office/drawing/2014/main" id="{42082DD6-E3C4-38F0-4F44-562BC7AD07C0}"/>
              </a:ext>
            </a:extLst>
          </p:cNvPr>
          <p:cNvSpPr>
            <a:spLocks noGrp="1"/>
          </p:cNvSpPr>
          <p:nvPr>
            <p:ph type="body" sz="quarter" idx="19" hasCustomPrompt="1"/>
          </p:nvPr>
        </p:nvSpPr>
        <p:spPr>
          <a:xfrm>
            <a:off x="781367" y="2325470"/>
            <a:ext cx="10627269" cy="221599"/>
          </a:xfrm>
        </p:spPr>
        <p:txBody>
          <a:bodyPr wrap="square" lIns="0" tIns="0" rIns="0" bIns="0">
            <a:noAutofit/>
          </a:bodyPr>
          <a:lstStyle>
            <a:lvl1pPr marL="0" indent="0" algn="l" defTabSz="914400" rtl="0" eaLnBrk="1" latinLnBrk="0" hangingPunct="1">
              <a:buNone/>
              <a:defRPr lang="en-US" sz="1600" b="1" i="0" kern="1200" cap="all" spc="0" baseline="0" dirty="0">
                <a:solidFill>
                  <a:schemeClr val="accent2"/>
                </a:solidFill>
                <a:latin typeface="Arial" panose="020B0604020202020204" pitchFamily="34" charset="0"/>
                <a:ea typeface="+mn-ea"/>
                <a:cs typeface="Arial"/>
              </a:defRPr>
            </a:lvl1pPr>
          </a:lstStyle>
          <a:p>
            <a:pPr lvl="0"/>
            <a:r>
              <a:rPr lang="en-US" dirty="0"/>
              <a:t>Click to ADD label</a:t>
            </a:r>
          </a:p>
        </p:txBody>
      </p:sp>
    </p:spTree>
    <p:extLst>
      <p:ext uri="{BB962C8B-B14F-4D97-AF65-F5344CB8AC3E}">
        <p14:creationId xmlns:p14="http://schemas.microsoft.com/office/powerpoint/2010/main" val="4231283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b_section-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33DE06-D71F-7319-D4FA-A5C84780FB75}"/>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9" name="Picture Placeholder 8"/>
          <p:cNvSpPr>
            <a:spLocks noGrp="1"/>
          </p:cNvSpPr>
          <p:nvPr>
            <p:ph type="pic" sz="quarter" idx="17"/>
          </p:nvPr>
        </p:nvSpPr>
        <p:spPr>
          <a:xfrm>
            <a:off x="184639" y="164121"/>
            <a:ext cx="11822722" cy="6509239"/>
          </a:xfrm>
        </p:spPr>
        <p:txBody>
          <a:bodyPr rtlCol="0" anchor="ctr">
            <a:normAutofit/>
          </a:bodyPr>
          <a:lstStyle>
            <a:lvl1pPr marL="0" indent="0" algn="r">
              <a:buNone/>
              <a:defRPr sz="2000" b="0" i="0">
                <a:solidFill>
                  <a:srgbClr val="FEBC18"/>
                </a:solidFill>
              </a:defRPr>
            </a:lvl1pPr>
          </a:lstStyle>
          <a:p>
            <a:pPr lvl="0"/>
            <a:r>
              <a:rPr lang="en-US" noProof="0"/>
              <a:t>Click icon to add picture</a:t>
            </a:r>
            <a:endParaRPr lang="en-US" noProof="0" dirty="0"/>
          </a:p>
        </p:txBody>
      </p:sp>
      <p:sp>
        <p:nvSpPr>
          <p:cNvPr id="7"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11" name="Text Placeholder 8"/>
          <p:cNvSpPr>
            <a:spLocks noGrp="1"/>
          </p:cNvSpPr>
          <p:nvPr>
            <p:ph type="body" sz="quarter" idx="15" hasCustomPrompt="1"/>
          </p:nvPr>
        </p:nvSpPr>
        <p:spPr>
          <a:xfrm>
            <a:off x="781366" y="2325470"/>
            <a:ext cx="5629265" cy="221599"/>
          </a:xfrm>
        </p:spPr>
        <p:txBody>
          <a:bodyPr wrap="square" lIns="0" tIns="0" rIns="0" bIns="0">
            <a:noAutofit/>
          </a:bodyPr>
          <a:lstStyle>
            <a:lvl1pPr marL="0" indent="0" algn="l" defTabSz="914400" rtl="0" eaLnBrk="1" latinLnBrk="0" hangingPunct="1">
              <a:buNone/>
              <a:defRPr lang="en-US" sz="1600" b="1" i="0" kern="1200" cap="all" spc="0" baseline="0" dirty="0">
                <a:solidFill>
                  <a:schemeClr val="tx1"/>
                </a:solidFill>
                <a:latin typeface="Arial" panose="020B0604020202020204" pitchFamily="34" charset="0"/>
                <a:ea typeface="+mn-ea"/>
                <a:cs typeface="Arial"/>
              </a:defRPr>
            </a:lvl1pPr>
          </a:lstStyle>
          <a:p>
            <a:pPr lvl="0"/>
            <a:r>
              <a:rPr lang="en-US" dirty="0"/>
              <a:t>Click to add label</a:t>
            </a:r>
          </a:p>
        </p:txBody>
      </p:sp>
      <p:sp>
        <p:nvSpPr>
          <p:cNvPr id="12" name="Text Placeholder 13"/>
          <p:cNvSpPr>
            <a:spLocks noGrp="1"/>
          </p:cNvSpPr>
          <p:nvPr>
            <p:ph type="body" sz="quarter" idx="18" hasCustomPrompt="1"/>
          </p:nvPr>
        </p:nvSpPr>
        <p:spPr>
          <a:xfrm>
            <a:off x="781366" y="2870844"/>
            <a:ext cx="5629265" cy="1154162"/>
          </a:xfrm>
        </p:spPr>
        <p:txBody>
          <a:bodyPr wrap="square" lIns="0" tIns="0" rIns="0">
            <a:noAutofit/>
          </a:bodyPr>
          <a:lstStyle>
            <a:lvl1pPr marL="0" indent="0" algn="l" defTabSz="914400" rtl="0" eaLnBrk="1" latinLnBrk="0" hangingPunct="1">
              <a:lnSpc>
                <a:spcPct val="90000"/>
              </a:lnSpc>
              <a:spcBef>
                <a:spcPct val="0"/>
              </a:spcBef>
              <a:buNone/>
              <a:defRPr lang="en-US" sz="4000" b="1" i="0" kern="3000" cap="all" spc="0" baseline="0" dirty="0">
                <a:solidFill>
                  <a:schemeClr val="tx1"/>
                </a:solidFill>
                <a:latin typeface="Arial" panose="020B0604020202020204" pitchFamily="34" charset="0"/>
                <a:ea typeface="+mj-ea"/>
                <a:cs typeface="Arial" panose="020B0604020202020204" pitchFamily="34" charset="0"/>
              </a:defRPr>
            </a:lvl1pPr>
          </a:lstStyle>
          <a:p>
            <a:pPr lvl="0"/>
            <a:r>
              <a:rPr lang="en-US" dirty="0"/>
              <a:t>Click to add </a:t>
            </a:r>
            <a:br>
              <a:rPr lang="en-US" dirty="0"/>
            </a:br>
            <a:r>
              <a:rPr lang="en-US" dirty="0"/>
              <a:t>section opener</a:t>
            </a:r>
          </a:p>
        </p:txBody>
      </p:sp>
    </p:spTree>
    <p:extLst>
      <p:ext uri="{BB962C8B-B14F-4D97-AF65-F5344CB8AC3E}">
        <p14:creationId xmlns:p14="http://schemas.microsoft.com/office/powerpoint/2010/main" val="2305496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a_chapter-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C7D108-30FE-4608-917C-A2189E98775C}"/>
              </a:ext>
            </a:extLst>
          </p:cNvPr>
          <p:cNvSpPr/>
          <p:nvPr/>
        </p:nvSpPr>
        <p:spPr>
          <a:xfrm>
            <a:off x="0" y="309563"/>
            <a:ext cx="12192000" cy="1631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D62F831F-307F-C202-FFCD-5C30E915E271}"/>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Rectangle 3">
            <a:extLst>
              <a:ext uri="{FF2B5EF4-FFF2-40B4-BE49-F238E27FC236}">
                <a16:creationId xmlns:a16="http://schemas.microsoft.com/office/drawing/2014/main" id="{713A86B1-AFEB-8D63-1534-0E8C40F4FDD0}"/>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TextBox 4">
            <a:extLst>
              <a:ext uri="{FF2B5EF4-FFF2-40B4-BE49-F238E27FC236}">
                <a16:creationId xmlns:a16="http://schemas.microsoft.com/office/drawing/2014/main" id="{043CF328-491A-4194-7CB1-7300875E6583}"/>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21" name="Text Placeholder 6"/>
          <p:cNvSpPr>
            <a:spLocks noGrp="1"/>
          </p:cNvSpPr>
          <p:nvPr>
            <p:ph type="body" sz="quarter" idx="10" hasCustomPrompt="1"/>
          </p:nvPr>
        </p:nvSpPr>
        <p:spPr>
          <a:xfrm>
            <a:off x="838200" y="2666999"/>
            <a:ext cx="10565232" cy="3441569"/>
          </a:xfrm>
        </p:spPr>
        <p:txBody>
          <a:bodyPr lIns="0" tIns="0" rIns="0" bIns="0"/>
          <a:lstStyle>
            <a:lvl1pPr>
              <a:spcAft>
                <a:spcPts val="200"/>
              </a:spcAft>
              <a:defRPr b="0" i="0" baseline="0"/>
            </a:lvl1pPr>
            <a:lvl2pPr>
              <a:defRPr b="0" i="0" baseline="0"/>
            </a:lvl2pPr>
            <a:lvl3pPr>
              <a:defRPr b="0" i="0" baseline="0"/>
            </a:lvl3pPr>
            <a:lvl4pPr>
              <a:defRPr b="0" i="0" baseline="0"/>
            </a:lvl4pPr>
            <a:lvl5pPr>
              <a:defRPr b="0" i="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8"/>
          <p:cNvSpPr>
            <a:spLocks noGrp="1"/>
          </p:cNvSpPr>
          <p:nvPr>
            <p:ph type="body" sz="quarter" idx="11" hasCustomPrompt="1"/>
          </p:nvPr>
        </p:nvSpPr>
        <p:spPr>
          <a:xfrm>
            <a:off x="838200" y="374651"/>
            <a:ext cx="10565232" cy="1316038"/>
          </a:xfrm>
        </p:spPr>
        <p:txBody>
          <a:bodyPr lIns="0" tIns="0" rIns="0" bIns="0" anchor="b"/>
          <a:lstStyle>
            <a:lvl1pPr marL="0" indent="0" algn="l" defTabSz="914400" rtl="0" eaLnBrk="1" latinLnBrk="0" hangingPunct="1">
              <a:lnSpc>
                <a:spcPct val="90000"/>
              </a:lnSpc>
              <a:spcBef>
                <a:spcPct val="0"/>
              </a:spcBef>
              <a:buNone/>
              <a:defRPr lang="en-US" sz="3600" b="1" i="0" kern="3000" cap="all" spc="0" baseline="0" dirty="0" smtClean="0">
                <a:solidFill>
                  <a:schemeClr val="bg1"/>
                </a:solidFill>
                <a:latin typeface="Arial" panose="020B0604020202020204" pitchFamily="34" charset="0"/>
                <a:ea typeface="+mj-ea"/>
                <a:cs typeface="Arial" panose="020B0604020202020204" pitchFamily="34" charset="0"/>
              </a:defRPr>
            </a:lvl1pPr>
          </a:lstStyle>
          <a:p>
            <a:pPr lvl="0"/>
            <a:r>
              <a:rPr lang="en-US" dirty="0"/>
              <a:t>Click to add Chapter Opener</a:t>
            </a:r>
          </a:p>
        </p:txBody>
      </p:sp>
      <p:sp>
        <p:nvSpPr>
          <p:cNvPr id="7" name="Text Placeholder 23">
            <a:extLst>
              <a:ext uri="{FF2B5EF4-FFF2-40B4-BE49-F238E27FC236}">
                <a16:creationId xmlns:a16="http://schemas.microsoft.com/office/drawing/2014/main" id="{52F19C0E-C793-77A7-A4BA-DB10ACF9F2E2}"/>
              </a:ext>
            </a:extLst>
          </p:cNvPr>
          <p:cNvSpPr>
            <a:spLocks noGrp="1"/>
          </p:cNvSpPr>
          <p:nvPr>
            <p:ph type="body" sz="quarter" idx="17"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4275107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b_chapter-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7234D0-B4FC-6892-1E28-3902C762CE07}"/>
              </a:ext>
            </a:extLst>
          </p:cNvPr>
          <p:cNvSpPr/>
          <p:nvPr/>
        </p:nvSpPr>
        <p:spPr>
          <a:xfrm>
            <a:off x="6096000" y="0"/>
            <a:ext cx="6096000" cy="37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A593E3A5-CEDF-34BD-FB66-52F07987C896}"/>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TextBox 3">
            <a:extLst>
              <a:ext uri="{FF2B5EF4-FFF2-40B4-BE49-F238E27FC236}">
                <a16:creationId xmlns:a16="http://schemas.microsoft.com/office/drawing/2014/main" id="{FBF2715A-6B63-0459-AAD4-5B3DA946A79A}"/>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bg1"/>
                </a:solidFill>
                <a:latin typeface="Arial" panose="020B0604020202020204" pitchFamily="34" charset="0"/>
                <a:cs typeface="Arial" panose="020B0604020202020204" pitchFamily="34" charset="0"/>
              </a:rPr>
              <a:t>LOYOLA UNIVERSITY CHICAGO</a:t>
            </a:r>
          </a:p>
        </p:txBody>
      </p:sp>
      <p:sp>
        <p:nvSpPr>
          <p:cNvPr id="17" name="Picture Placeholder 2"/>
          <p:cNvSpPr>
            <a:spLocks noGrp="1" noRot="1" noMove="1" noResize="1" noEditPoints="1" noAdjustHandles="1" noChangeArrowheads="1" noChangeShapeType="1"/>
          </p:cNvSpPr>
          <p:nvPr>
            <p:ph type="pic" sz="quarter" idx="10"/>
          </p:nvPr>
        </p:nvSpPr>
        <p:spPr>
          <a:xfrm>
            <a:off x="0" y="-1"/>
            <a:ext cx="6096000" cy="6857999"/>
          </a:xfrm>
        </p:spPr>
        <p:txBody>
          <a:bodyPr lIns="457200" tIns="457200" rIns="457200" rtlCol="0" anchor="ctr">
            <a:normAutofit/>
          </a:bodyPr>
          <a:lstStyle>
            <a:lvl1pPr marL="0" indent="0" algn="ctr">
              <a:buNone/>
              <a:defRPr sz="2000" b="0" i="0">
                <a:solidFill>
                  <a:schemeClr val="accent2"/>
                </a:solidFill>
              </a:defRPr>
            </a:lvl1pPr>
          </a:lstStyle>
          <a:p>
            <a:pPr lvl="0"/>
            <a:r>
              <a:rPr lang="en-US" noProof="0"/>
              <a:t>Click icon to add picture</a:t>
            </a:r>
            <a:endParaRPr lang="en-US" noProof="0" dirty="0"/>
          </a:p>
        </p:txBody>
      </p:sp>
      <p:sp>
        <p:nvSpPr>
          <p:cNvPr id="18" name="Text Placeholder 7"/>
          <p:cNvSpPr>
            <a:spLocks noGrp="1"/>
          </p:cNvSpPr>
          <p:nvPr>
            <p:ph type="body" sz="quarter" idx="11" hasCustomPrompt="1"/>
          </p:nvPr>
        </p:nvSpPr>
        <p:spPr>
          <a:xfrm>
            <a:off x="6543860" y="2325470"/>
            <a:ext cx="4871392" cy="221599"/>
          </a:xfrm>
        </p:spPr>
        <p:txBody>
          <a:bodyPr wrap="square" lIns="0" tIns="0" rIns="0" bIns="0">
            <a:noAutofit/>
          </a:bodyPr>
          <a:lstStyle>
            <a:lvl1pPr marL="0" indent="0">
              <a:buFontTx/>
              <a:buNone/>
              <a:defRPr sz="1600" b="1" i="0" cap="all" spc="0" baseline="0">
                <a:solidFill>
                  <a:schemeClr val="accent1"/>
                </a:solidFill>
                <a:latin typeface="Arial" panose="020B0604020202020204" pitchFamily="34" charset="0"/>
              </a:defRPr>
            </a:lvl1pPr>
          </a:lstStyle>
          <a:p>
            <a:pPr lvl="0"/>
            <a:r>
              <a:rPr lang="en-US" dirty="0"/>
              <a:t>Click to add label</a:t>
            </a:r>
          </a:p>
        </p:txBody>
      </p:sp>
      <p:sp>
        <p:nvSpPr>
          <p:cNvPr id="19" name="Text Placeholder 7"/>
          <p:cNvSpPr>
            <a:spLocks noGrp="1"/>
          </p:cNvSpPr>
          <p:nvPr>
            <p:ph type="body" sz="quarter" idx="12" hasCustomPrompt="1"/>
          </p:nvPr>
        </p:nvSpPr>
        <p:spPr>
          <a:xfrm>
            <a:off x="6543859" y="2857712"/>
            <a:ext cx="4881226" cy="997196"/>
          </a:xfrm>
        </p:spPr>
        <p:txBody>
          <a:bodyPr wrap="square" lIns="0" tIns="0" rIns="0" bIns="0">
            <a:noAutofit/>
          </a:bodyPr>
          <a:lstStyle>
            <a:lvl1pPr marL="0" indent="0">
              <a:buFontTx/>
              <a:buNone/>
              <a:defRPr lang="en-US" sz="3600" b="1" i="0" kern="3000" cap="all" spc="0" baseline="0" dirty="0">
                <a:solidFill>
                  <a:schemeClr val="tx1"/>
                </a:solidFill>
                <a:latin typeface="Arial" panose="020B0604020202020204" pitchFamily="34" charset="0"/>
                <a:ea typeface="+mj-ea"/>
                <a:cs typeface="Arial" panose="020B0604020202020204" pitchFamily="34" charset="0"/>
              </a:defRPr>
            </a:lvl1pPr>
          </a:lstStyle>
          <a:p>
            <a:pPr lvl="0"/>
            <a:r>
              <a:rPr lang="en-US" dirty="0"/>
              <a:t>Click to add section opener </a:t>
            </a:r>
          </a:p>
        </p:txBody>
      </p:sp>
      <p:sp>
        <p:nvSpPr>
          <p:cNvPr id="20" name="Text Placeholder 7"/>
          <p:cNvSpPr>
            <a:spLocks noGrp="1"/>
          </p:cNvSpPr>
          <p:nvPr>
            <p:ph type="body" sz="quarter" idx="13" hasCustomPrompt="1"/>
          </p:nvPr>
        </p:nvSpPr>
        <p:spPr>
          <a:xfrm>
            <a:off x="6543860" y="4186922"/>
            <a:ext cx="4900888" cy="249299"/>
          </a:xfrm>
        </p:spPr>
        <p:txBody>
          <a:bodyPr wrap="square" lIns="0" tIns="0" rIns="0" bIns="0">
            <a:noAutofit/>
          </a:bodyPr>
          <a:lstStyle>
            <a:lvl1pPr marL="0" indent="0">
              <a:buFontTx/>
              <a:buNone/>
              <a:defRPr lang="en-US" sz="1800" b="0" i="0" kern="100" cap="none" spc="0" baseline="0" dirty="0">
                <a:solidFill>
                  <a:schemeClr val="tx1"/>
                </a:solidFill>
                <a:latin typeface="Arial" panose="020B0604020202020204" pitchFamily="34" charset="0"/>
                <a:ea typeface="+mn-ea"/>
                <a:cs typeface="Arial" panose="020B0604020202020204" pitchFamily="34" charset="0"/>
              </a:defRPr>
            </a:lvl1pPr>
          </a:lstStyle>
          <a:p>
            <a:pPr lvl="0"/>
            <a:r>
              <a:rPr lang="en-US" dirty="0"/>
              <a:t>Click to add explanatory text</a:t>
            </a:r>
          </a:p>
        </p:txBody>
      </p:sp>
      <p:sp>
        <p:nvSpPr>
          <p:cNvPr id="5" name="Text Placeholder 23">
            <a:extLst>
              <a:ext uri="{FF2B5EF4-FFF2-40B4-BE49-F238E27FC236}">
                <a16:creationId xmlns:a16="http://schemas.microsoft.com/office/drawing/2014/main" id="{42183A66-2B14-1B0C-F6D5-C028CDC5E185}"/>
              </a:ext>
            </a:extLst>
          </p:cNvPr>
          <p:cNvSpPr>
            <a:spLocks noGrp="1"/>
          </p:cNvSpPr>
          <p:nvPr>
            <p:ph type="body" sz="quarter" idx="17" hasCustomPrompt="1"/>
          </p:nvPr>
        </p:nvSpPr>
        <p:spPr>
          <a:xfrm>
            <a:off x="6535647" y="6452610"/>
            <a:ext cx="4867785" cy="138499"/>
          </a:xfrm>
        </p:spPr>
        <p:txBody>
          <a:bodyPr lIns="0" tIns="0" rIns="0" bIns="0" rtlCol="0">
            <a:noAutofit/>
          </a:bodyPr>
          <a:lstStyle>
            <a:lvl1pPr marL="0" indent="0" algn="r">
              <a:buFont typeface="Arial" panose="020B0604020202020204" pitchFamily="34" charset="0"/>
              <a:buNone/>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685145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a_text-basi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4E1900-707A-ECF7-6B5E-1FFE61D590CF}"/>
              </a:ext>
            </a:extLst>
          </p:cNvPr>
          <p:cNvSpPr/>
          <p:nvPr/>
        </p:nvSpPr>
        <p:spPr>
          <a:xfrm>
            <a:off x="0" y="7951"/>
            <a:ext cx="12192000" cy="37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459F2791-535C-12E7-AE4C-A6C78E39BCD1}"/>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TextBox 4">
            <a:extLst>
              <a:ext uri="{FF2B5EF4-FFF2-40B4-BE49-F238E27FC236}">
                <a16:creationId xmlns:a16="http://schemas.microsoft.com/office/drawing/2014/main" id="{CED0B3FA-DA98-9FA0-7229-EF907F4E36C7}"/>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21" name="Text Placeholder 6"/>
          <p:cNvSpPr>
            <a:spLocks noGrp="1"/>
          </p:cNvSpPr>
          <p:nvPr>
            <p:ph type="body" sz="quarter" idx="10" hasCustomPrompt="1"/>
          </p:nvPr>
        </p:nvSpPr>
        <p:spPr>
          <a:xfrm>
            <a:off x="838200" y="2667000"/>
            <a:ext cx="10565232" cy="3407522"/>
          </a:xfrm>
        </p:spPr>
        <p:txBody>
          <a:bodyPr lIns="0" tIns="0" rIns="0" bIns="0">
            <a:noAutofit/>
          </a:bodyPr>
          <a:lstStyle>
            <a:lvl1pPr marL="0" indent="0">
              <a:spcAft>
                <a:spcPts val="200"/>
              </a:spcAft>
              <a:buNone/>
              <a:defRPr b="0" i="0" baseline="0"/>
            </a:lvl1pPr>
            <a:lvl2pPr>
              <a:defRPr b="0" i="0" baseline="0"/>
            </a:lvl2pPr>
            <a:lvl3pPr>
              <a:defRPr b="0" i="0" baseline="0"/>
            </a:lvl3pPr>
            <a:lvl4pPr>
              <a:defRPr b="0" i="0" baseline="0"/>
            </a:lvl4pPr>
            <a:lvl5pPr>
              <a:defRPr b="0" i="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8"/>
          <p:cNvSpPr>
            <a:spLocks noGrp="1"/>
          </p:cNvSpPr>
          <p:nvPr>
            <p:ph type="body" sz="quarter" idx="12" hasCustomPrompt="1"/>
          </p:nvPr>
        </p:nvSpPr>
        <p:spPr>
          <a:xfrm>
            <a:off x="832104" y="1819656"/>
            <a:ext cx="10565232" cy="221599"/>
          </a:xfr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text</a:t>
            </a:r>
          </a:p>
        </p:txBody>
      </p:sp>
      <p:sp>
        <p:nvSpPr>
          <p:cNvPr id="26" name="Text Placeholder 8"/>
          <p:cNvSpPr>
            <a:spLocks noGrp="1"/>
          </p:cNvSpPr>
          <p:nvPr>
            <p:ph type="body" sz="quarter" idx="11" hasCustomPrompt="1"/>
          </p:nvPr>
        </p:nvSpPr>
        <p:spPr>
          <a:xfrm>
            <a:off x="838200" y="376015"/>
            <a:ext cx="10565232" cy="1314674"/>
          </a:xfrm>
        </p:spPr>
        <p:txBody>
          <a:bodyPr lIns="0" tIns="0" rIns="0" bIns="0" anchor="b">
            <a:noAutofit/>
          </a:bodyPr>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
        <p:nvSpPr>
          <p:cNvPr id="4" name="Text Placeholder 23"/>
          <p:cNvSpPr>
            <a:spLocks noGrp="1"/>
          </p:cNvSpPr>
          <p:nvPr>
            <p:ph type="body" sz="quarter" idx="17" hasCustomPrompt="1"/>
          </p:nvPr>
        </p:nvSpPr>
        <p:spPr>
          <a:xfrm>
            <a:off x="6535647" y="6452610"/>
            <a:ext cx="4867785" cy="138499"/>
          </a:xfrm>
        </p:spPr>
        <p:txBody>
          <a:bodyPr lIns="0" tIns="0" rIns="0" bIns="0" rtlCol="0">
            <a:noAutofit/>
          </a:bodyPr>
          <a:lstStyle>
            <a:lvl1pPr marL="0" indent="0" algn="r">
              <a:buFont typeface="Arial" panose="020B0604020202020204" pitchFamily="34" charset="0"/>
              <a:buNone/>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1203838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b_text-2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583716-42AF-6FB1-C2B6-322F8159FE55}"/>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Rectangle 4">
            <a:extLst>
              <a:ext uri="{FF2B5EF4-FFF2-40B4-BE49-F238E27FC236}">
                <a16:creationId xmlns:a16="http://schemas.microsoft.com/office/drawing/2014/main" id="{19F81127-B840-0BA6-4AF7-A86A8F3D9735}"/>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TextBox 5">
            <a:extLst>
              <a:ext uri="{FF2B5EF4-FFF2-40B4-BE49-F238E27FC236}">
                <a16:creationId xmlns:a16="http://schemas.microsoft.com/office/drawing/2014/main" id="{D4ACC958-D887-005C-22BD-21EC2B484484}"/>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21" name="Text Placeholder 6"/>
          <p:cNvSpPr>
            <a:spLocks noGrp="1"/>
          </p:cNvSpPr>
          <p:nvPr>
            <p:ph type="body" sz="quarter" idx="10" hasCustomPrompt="1"/>
          </p:nvPr>
        </p:nvSpPr>
        <p:spPr>
          <a:xfrm>
            <a:off x="838200" y="2666999"/>
            <a:ext cx="5026149" cy="3422715"/>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6"/>
          <p:cNvSpPr>
            <a:spLocks noGrp="1"/>
          </p:cNvSpPr>
          <p:nvPr>
            <p:ph type="body" sz="quarter" idx="15" hasCustomPrompt="1"/>
          </p:nvPr>
        </p:nvSpPr>
        <p:spPr>
          <a:xfrm>
            <a:off x="6355223" y="2667000"/>
            <a:ext cx="5059665" cy="3422714"/>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3"/>
          <p:cNvSpPr>
            <a:spLocks noGrp="1"/>
          </p:cNvSpPr>
          <p:nvPr>
            <p:ph type="body" sz="quarter" idx="17"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7" name="Text Placeholder 8">
            <a:extLst>
              <a:ext uri="{FF2B5EF4-FFF2-40B4-BE49-F238E27FC236}">
                <a16:creationId xmlns:a16="http://schemas.microsoft.com/office/drawing/2014/main" id="{72594F53-8A19-991B-9D45-726C856C759A}"/>
              </a:ext>
            </a:extLst>
          </p:cNvPr>
          <p:cNvSpPr>
            <a:spLocks noGrp="1"/>
          </p:cNvSpPr>
          <p:nvPr>
            <p:ph type="body" sz="quarter" idx="18" hasCustomPrompt="1"/>
          </p:nvPr>
        </p:nvSpPr>
        <p:spPr>
          <a:xfrm>
            <a:off x="832104" y="2110213"/>
            <a:ext cx="5038857"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
        <p:nvSpPr>
          <p:cNvPr id="8" name="Text Placeholder 8">
            <a:extLst>
              <a:ext uri="{FF2B5EF4-FFF2-40B4-BE49-F238E27FC236}">
                <a16:creationId xmlns:a16="http://schemas.microsoft.com/office/drawing/2014/main" id="{0527E0B5-3AC3-A815-441B-7B7889E19173}"/>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
        <p:nvSpPr>
          <p:cNvPr id="10" name="Text Placeholder 8">
            <a:extLst>
              <a:ext uri="{FF2B5EF4-FFF2-40B4-BE49-F238E27FC236}">
                <a16:creationId xmlns:a16="http://schemas.microsoft.com/office/drawing/2014/main" id="{30926788-DBA7-378E-2A18-2245CA0CC85F}"/>
              </a:ext>
            </a:extLst>
          </p:cNvPr>
          <p:cNvSpPr>
            <a:spLocks noGrp="1"/>
          </p:cNvSpPr>
          <p:nvPr>
            <p:ph type="body" sz="quarter" idx="19" hasCustomPrompt="1"/>
          </p:nvPr>
        </p:nvSpPr>
        <p:spPr>
          <a:xfrm>
            <a:off x="6324600" y="2110213"/>
            <a:ext cx="5047403"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248946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c_text-3co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9E17C7-0ECC-7708-AFBD-1AC88ACA35A8}"/>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Rectangle 2">
            <a:extLst>
              <a:ext uri="{FF2B5EF4-FFF2-40B4-BE49-F238E27FC236}">
                <a16:creationId xmlns:a16="http://schemas.microsoft.com/office/drawing/2014/main" id="{8C60EFCC-D128-9768-B441-290FDD2658AA}"/>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TextBox 5">
            <a:extLst>
              <a:ext uri="{FF2B5EF4-FFF2-40B4-BE49-F238E27FC236}">
                <a16:creationId xmlns:a16="http://schemas.microsoft.com/office/drawing/2014/main" id="{451C7CDC-218A-1692-4D20-6D0D358E4EF3}"/>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7" name="Text Placeholder 6"/>
          <p:cNvSpPr>
            <a:spLocks noGrp="1"/>
          </p:cNvSpPr>
          <p:nvPr>
            <p:ph type="body" sz="quarter" idx="10" hasCustomPrompt="1"/>
          </p:nvPr>
        </p:nvSpPr>
        <p:spPr>
          <a:xfrm>
            <a:off x="838200" y="2667000"/>
            <a:ext cx="3200400" cy="3403862"/>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8" hasCustomPrompt="1"/>
          </p:nvPr>
        </p:nvSpPr>
        <p:spPr>
          <a:xfrm>
            <a:off x="8203032" y="2667000"/>
            <a:ext cx="3200400" cy="3403862"/>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20" hasCustomPrompt="1"/>
          </p:nvPr>
        </p:nvSpPr>
        <p:spPr>
          <a:xfrm>
            <a:off x="4520616" y="2667000"/>
            <a:ext cx="3200400" cy="3403862"/>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8" name="Text Placeholder 8">
            <a:extLst>
              <a:ext uri="{FF2B5EF4-FFF2-40B4-BE49-F238E27FC236}">
                <a16:creationId xmlns:a16="http://schemas.microsoft.com/office/drawing/2014/main" id="{46B150EA-B600-F09C-A205-1770DCFEE855}"/>
              </a:ext>
            </a:extLst>
          </p:cNvPr>
          <p:cNvSpPr>
            <a:spLocks noGrp="1"/>
          </p:cNvSpPr>
          <p:nvPr>
            <p:ph type="body" sz="quarter" idx="22" hasCustomPrompt="1"/>
          </p:nvPr>
        </p:nvSpPr>
        <p:spPr>
          <a:xfrm>
            <a:off x="832104" y="2110213"/>
            <a:ext cx="3218603"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
        <p:nvSpPr>
          <p:cNvPr id="11" name="Text Placeholder 8">
            <a:extLst>
              <a:ext uri="{FF2B5EF4-FFF2-40B4-BE49-F238E27FC236}">
                <a16:creationId xmlns:a16="http://schemas.microsoft.com/office/drawing/2014/main" id="{C534ACA2-9CEC-6CDB-2AE5-2643BE04A6BE}"/>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
        <p:nvSpPr>
          <p:cNvPr id="12" name="Text Placeholder 8">
            <a:extLst>
              <a:ext uri="{FF2B5EF4-FFF2-40B4-BE49-F238E27FC236}">
                <a16:creationId xmlns:a16="http://schemas.microsoft.com/office/drawing/2014/main" id="{2ADC2891-F687-A61F-FC46-FB44DF636D65}"/>
              </a:ext>
            </a:extLst>
          </p:cNvPr>
          <p:cNvSpPr>
            <a:spLocks noGrp="1"/>
          </p:cNvSpPr>
          <p:nvPr>
            <p:ph type="body" sz="quarter" idx="23" hasCustomPrompt="1"/>
          </p:nvPr>
        </p:nvSpPr>
        <p:spPr>
          <a:xfrm>
            <a:off x="4529985" y="2110213"/>
            <a:ext cx="3186868"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
        <p:nvSpPr>
          <p:cNvPr id="14" name="Text Placeholder 8">
            <a:extLst>
              <a:ext uri="{FF2B5EF4-FFF2-40B4-BE49-F238E27FC236}">
                <a16:creationId xmlns:a16="http://schemas.microsoft.com/office/drawing/2014/main" id="{81383EBA-41EC-D0E9-D55E-AAFE30068637}"/>
              </a:ext>
            </a:extLst>
          </p:cNvPr>
          <p:cNvSpPr>
            <a:spLocks noGrp="1"/>
          </p:cNvSpPr>
          <p:nvPr>
            <p:ph type="body" sz="quarter" idx="24" hasCustomPrompt="1"/>
          </p:nvPr>
        </p:nvSpPr>
        <p:spPr>
          <a:xfrm>
            <a:off x="8179038" y="2110213"/>
            <a:ext cx="3186868"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2735352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a_display-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1EB2D0-A9DF-0A52-7DD5-83E681ADBD65}"/>
              </a:ext>
            </a:extLst>
          </p:cNvPr>
          <p:cNvSpPr/>
          <p:nvPr/>
        </p:nvSpPr>
        <p:spPr>
          <a:xfrm>
            <a:off x="0" y="309563"/>
            <a:ext cx="6089650" cy="6548437"/>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Rectangle 3">
            <a:extLst>
              <a:ext uri="{FF2B5EF4-FFF2-40B4-BE49-F238E27FC236}">
                <a16:creationId xmlns:a16="http://schemas.microsoft.com/office/drawing/2014/main" id="{55AA1F9C-6445-91A6-0C15-DD07A26854E2}"/>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Rectangle 4">
            <a:extLst>
              <a:ext uri="{FF2B5EF4-FFF2-40B4-BE49-F238E27FC236}">
                <a16:creationId xmlns:a16="http://schemas.microsoft.com/office/drawing/2014/main" id="{5BEB630E-BE93-9E60-FED2-325A5235ECB8}"/>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7" name="TextBox 6">
            <a:extLst>
              <a:ext uri="{FF2B5EF4-FFF2-40B4-BE49-F238E27FC236}">
                <a16:creationId xmlns:a16="http://schemas.microsoft.com/office/drawing/2014/main" id="{C632A976-7EBF-B461-AFAF-981E9289D1E9}"/>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8" name="Text Placeholder 6"/>
          <p:cNvSpPr>
            <a:spLocks noGrp="1"/>
          </p:cNvSpPr>
          <p:nvPr>
            <p:ph type="body" sz="quarter" idx="15" hasCustomPrompt="1"/>
          </p:nvPr>
        </p:nvSpPr>
        <p:spPr>
          <a:xfrm>
            <a:off x="6702552" y="2632923"/>
            <a:ext cx="4700880" cy="3228473"/>
          </a:xfrm>
        </p:spPr>
        <p:txBody>
          <a:bodyPr lIns="0" tIns="0" rIns="0" bIns="0"/>
          <a:lstStyle>
            <a:lvl1pPr marL="0" indent="0">
              <a:spcAft>
                <a:spcPts val="200"/>
              </a:spcAft>
              <a:buNone/>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6"/>
          <p:cNvSpPr>
            <a:spLocks noGrp="1"/>
          </p:cNvSpPr>
          <p:nvPr>
            <p:ph type="body" sz="quarter" idx="17" hasCustomPrompt="1"/>
          </p:nvPr>
        </p:nvSpPr>
        <p:spPr>
          <a:xfrm>
            <a:off x="838200" y="1123404"/>
            <a:ext cx="4229746" cy="4896395"/>
          </a:xfrm>
        </p:spPr>
        <p:txBody>
          <a:bodyPr anchor="ctr"/>
          <a:lstStyle>
            <a:lvl1pPr marL="0" indent="0">
              <a:spcAft>
                <a:spcPts val="1200"/>
              </a:spcAft>
              <a:buNone/>
              <a:defRPr sz="2800" b="1" i="0">
                <a:latin typeface="Arial" panose="020B0604020202020204" pitchFamily="34" charset="0"/>
              </a:defRPr>
            </a:lvl1pPr>
            <a:lvl2pPr marL="0" indent="0">
              <a:buNone/>
              <a:defRPr lang="en-US" sz="1400" b="0" i="0" kern="1200" cap="all" spc="0" baseline="0" dirty="0">
                <a:solidFill>
                  <a:schemeClr val="tx1"/>
                </a:solidFill>
                <a:effectLst/>
                <a:latin typeface="Arial" panose="020B0604020202020204" pitchFamily="34" charset="0"/>
                <a:ea typeface="+mn-ea"/>
                <a:cs typeface="Arial" panose="020B0604020202020204" pitchFamily="34"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add readout or quote</a:t>
            </a:r>
          </a:p>
          <a:p>
            <a:pPr lvl="1"/>
            <a:r>
              <a:rPr lang="en-US" dirty="0"/>
              <a:t>—attribution</a:t>
            </a:r>
          </a:p>
        </p:txBody>
      </p:sp>
      <p:sp>
        <p:nvSpPr>
          <p:cNvPr id="6"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9" name="Text Placeholder 8">
            <a:extLst>
              <a:ext uri="{FF2B5EF4-FFF2-40B4-BE49-F238E27FC236}">
                <a16:creationId xmlns:a16="http://schemas.microsoft.com/office/drawing/2014/main" id="{A2BDFC07-F38A-A1AB-F647-025D8C5977E5}"/>
              </a:ext>
            </a:extLst>
          </p:cNvPr>
          <p:cNvSpPr>
            <a:spLocks noGrp="1"/>
          </p:cNvSpPr>
          <p:nvPr>
            <p:ph type="body" sz="quarter" idx="22" hasCustomPrompt="1"/>
          </p:nvPr>
        </p:nvSpPr>
        <p:spPr>
          <a:xfrm>
            <a:off x="6703065" y="2110213"/>
            <a:ext cx="4714116"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2670826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b_display-object">
    <p:spTree>
      <p:nvGrpSpPr>
        <p:cNvPr id="1" name=""/>
        <p:cNvGrpSpPr/>
        <p:nvPr/>
      </p:nvGrpSpPr>
      <p:grpSpPr>
        <a:xfrm>
          <a:off x="0" y="0"/>
          <a:ext cx="0" cy="0"/>
          <a:chOff x="0" y="0"/>
          <a:chExt cx="0" cy="0"/>
        </a:xfrm>
      </p:grpSpPr>
      <p:sp>
        <p:nvSpPr>
          <p:cNvPr id="13" name="Text Placeholder 8">
            <a:extLst>
              <a:ext uri="{FF2B5EF4-FFF2-40B4-BE49-F238E27FC236}">
                <a16:creationId xmlns:a16="http://schemas.microsoft.com/office/drawing/2014/main" id="{60ADADCA-CCAF-99B0-EEFF-053F8A6F1B75}"/>
              </a:ext>
            </a:extLst>
          </p:cNvPr>
          <p:cNvSpPr>
            <a:spLocks noGrp="1"/>
          </p:cNvSpPr>
          <p:nvPr>
            <p:ph type="body" sz="quarter" idx="23" hasCustomPrompt="1"/>
          </p:nvPr>
        </p:nvSpPr>
        <p:spPr>
          <a:xfrm>
            <a:off x="838200" y="376015"/>
            <a:ext cx="5246914"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
        <p:nvSpPr>
          <p:cNvPr id="4" name="Rectangle 3">
            <a:extLst>
              <a:ext uri="{FF2B5EF4-FFF2-40B4-BE49-F238E27FC236}">
                <a16:creationId xmlns:a16="http://schemas.microsoft.com/office/drawing/2014/main" id="{C4BCDF3B-78F7-71F0-DAE1-4EDA032F326D}"/>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Rectangle 4">
            <a:extLst>
              <a:ext uri="{FF2B5EF4-FFF2-40B4-BE49-F238E27FC236}">
                <a16:creationId xmlns:a16="http://schemas.microsoft.com/office/drawing/2014/main" id="{14BA14CC-AFEE-B0DB-C95D-42CF9821CCDD}"/>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TextBox 5">
            <a:extLst>
              <a:ext uri="{FF2B5EF4-FFF2-40B4-BE49-F238E27FC236}">
                <a16:creationId xmlns:a16="http://schemas.microsoft.com/office/drawing/2014/main" id="{41BCCE00-7A5A-D0E3-7333-F7A98C142D1D}"/>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3" name="Content Placeholder 2"/>
          <p:cNvSpPr>
            <a:spLocks noGrp="1"/>
          </p:cNvSpPr>
          <p:nvPr>
            <p:ph sz="quarter" idx="17" hasCustomPrompt="1"/>
          </p:nvPr>
        </p:nvSpPr>
        <p:spPr>
          <a:xfrm>
            <a:off x="6362054" y="631595"/>
            <a:ext cx="5058931" cy="5420413"/>
          </a:xfrm>
        </p:spPr>
        <p:txBody>
          <a:bodyPr anchor="ctr">
            <a:normAutofit/>
          </a:bodyPr>
          <a:lstStyle>
            <a:lvl1pPr marL="0" indent="0" algn="ctr">
              <a:buNone/>
              <a:defRPr sz="2000" b="0" i="0">
                <a:solidFill>
                  <a:schemeClr val="accent2"/>
                </a:solidFill>
              </a:defRPr>
            </a:lvl1pPr>
          </a:lstStyle>
          <a:p>
            <a:pPr lvl="0"/>
            <a:r>
              <a:rPr lang="en-US" dirty="0"/>
              <a:t>Click to add object</a:t>
            </a:r>
          </a:p>
        </p:txBody>
      </p:sp>
      <p:sp>
        <p:nvSpPr>
          <p:cNvPr id="2" name="Text Placeholder 6"/>
          <p:cNvSpPr>
            <a:spLocks noGrp="1"/>
          </p:cNvSpPr>
          <p:nvPr>
            <p:ph type="body" sz="quarter" idx="10" hasCustomPrompt="1"/>
          </p:nvPr>
        </p:nvSpPr>
        <p:spPr>
          <a:xfrm>
            <a:off x="838200" y="2667000"/>
            <a:ext cx="5257800" cy="3407522"/>
          </a:xfrm>
        </p:spPr>
        <p:txBody>
          <a:bodyPr lIns="0" tIns="0" rIns="0" bIns="0"/>
          <a:lstStyle>
            <a:lvl1pPr>
              <a:spcAft>
                <a:spcPts val="200"/>
              </a:spcAft>
              <a:defRPr sz="1800" b="0" i="0"/>
            </a:lvl1pPr>
            <a:lvl2pPr>
              <a:defRPr sz="1400" b="0" i="0"/>
            </a:lvl2pPr>
            <a:lvl3pPr>
              <a:defRPr sz="1400" b="0" i="0"/>
            </a:lvl3pPr>
            <a:lvl4pPr>
              <a:defRPr sz="1400" b="0" i="0"/>
            </a:lvl4pPr>
            <a:lvl5pPr>
              <a:defRPr sz="1400" b="0" i="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3"/>
          <p:cNvSpPr>
            <a:spLocks noGrp="1"/>
          </p:cNvSpPr>
          <p:nvPr>
            <p:ph type="body" sz="quarter" idx="18"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12" name="Text Placeholder 8">
            <a:extLst>
              <a:ext uri="{FF2B5EF4-FFF2-40B4-BE49-F238E27FC236}">
                <a16:creationId xmlns:a16="http://schemas.microsoft.com/office/drawing/2014/main" id="{B3F2D576-D153-57D7-670B-00FA2FDA2362}"/>
              </a:ext>
            </a:extLst>
          </p:cNvPr>
          <p:cNvSpPr>
            <a:spLocks noGrp="1"/>
          </p:cNvSpPr>
          <p:nvPr>
            <p:ph type="body" sz="quarter" idx="22" hasCustomPrompt="1"/>
          </p:nvPr>
        </p:nvSpPr>
        <p:spPr>
          <a:xfrm>
            <a:off x="832104" y="1827185"/>
            <a:ext cx="5263896"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2825844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c_display-tab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8046A04-66B3-B2E1-B4DB-55016C2F830D}"/>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Rectangle 3">
            <a:extLst>
              <a:ext uri="{FF2B5EF4-FFF2-40B4-BE49-F238E27FC236}">
                <a16:creationId xmlns:a16="http://schemas.microsoft.com/office/drawing/2014/main" id="{99D40FE0-26D5-4E51-1074-5DA2EDD1F463}"/>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TextBox 5">
            <a:extLst>
              <a:ext uri="{FF2B5EF4-FFF2-40B4-BE49-F238E27FC236}">
                <a16:creationId xmlns:a16="http://schemas.microsoft.com/office/drawing/2014/main" id="{90F91597-0FDF-8FCA-9FE3-568F01796F35}"/>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5" name="Table Placeholder 4"/>
          <p:cNvSpPr>
            <a:spLocks noGrp="1"/>
          </p:cNvSpPr>
          <p:nvPr>
            <p:ph type="tbl" sz="quarter" idx="15"/>
          </p:nvPr>
        </p:nvSpPr>
        <p:spPr>
          <a:xfrm>
            <a:off x="831849" y="2654343"/>
            <a:ext cx="10571583" cy="3200400"/>
          </a:xfrm>
        </p:spPr>
        <p:txBody>
          <a:bodyPr rtlCol="0">
            <a:normAutofit/>
          </a:bodyPr>
          <a:lstStyle>
            <a:lvl1pPr marL="0" indent="0" algn="ctr">
              <a:buNone/>
              <a:defRPr b="0" i="0">
                <a:solidFill>
                  <a:schemeClr val="accent2"/>
                </a:solidFill>
              </a:defRPr>
            </a:lvl1pPr>
          </a:lstStyle>
          <a:p>
            <a:pPr lvl="0"/>
            <a:r>
              <a:rPr lang="en-US" noProof="0"/>
              <a:t>Click icon to add table</a:t>
            </a:r>
            <a:endParaRPr lang="en-US" noProof="0" dirty="0"/>
          </a:p>
        </p:txBody>
      </p:sp>
      <p:sp>
        <p:nvSpPr>
          <p:cNvPr id="2"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9" name="Text Placeholder 8">
            <a:extLst>
              <a:ext uri="{FF2B5EF4-FFF2-40B4-BE49-F238E27FC236}">
                <a16:creationId xmlns:a16="http://schemas.microsoft.com/office/drawing/2014/main" id="{42C51B03-5B9F-97D5-E8C9-300A3518E509}"/>
              </a:ext>
            </a:extLst>
          </p:cNvPr>
          <p:cNvSpPr>
            <a:spLocks noGrp="1"/>
          </p:cNvSpPr>
          <p:nvPr>
            <p:ph type="body" sz="quarter" idx="22" hasCustomPrompt="1"/>
          </p:nvPr>
        </p:nvSpPr>
        <p:spPr>
          <a:xfrm>
            <a:off x="832104" y="1819656"/>
            <a:ext cx="10587010"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add text</a:t>
            </a:r>
          </a:p>
        </p:txBody>
      </p:sp>
      <p:sp>
        <p:nvSpPr>
          <p:cNvPr id="10" name="Text Placeholder 8">
            <a:extLst>
              <a:ext uri="{FF2B5EF4-FFF2-40B4-BE49-F238E27FC236}">
                <a16:creationId xmlns:a16="http://schemas.microsoft.com/office/drawing/2014/main" id="{8134F68F-850F-C061-0016-BEBC094E238A}"/>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3457089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d_display-numb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AA1F9C-6445-91A6-0C15-DD07A26854E2}"/>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Rectangle 4">
            <a:extLst>
              <a:ext uri="{FF2B5EF4-FFF2-40B4-BE49-F238E27FC236}">
                <a16:creationId xmlns:a16="http://schemas.microsoft.com/office/drawing/2014/main" id="{5BEB630E-BE93-9E60-FED2-325A5235ECB8}"/>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7" name="TextBox 6">
            <a:extLst>
              <a:ext uri="{FF2B5EF4-FFF2-40B4-BE49-F238E27FC236}">
                <a16:creationId xmlns:a16="http://schemas.microsoft.com/office/drawing/2014/main" id="{C632A976-7EBF-B461-AFAF-981E9289D1E9}"/>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6"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
        <p:nvSpPr>
          <p:cNvPr id="9" name="Text Placeholder 8">
            <a:extLst>
              <a:ext uri="{FF2B5EF4-FFF2-40B4-BE49-F238E27FC236}">
                <a16:creationId xmlns:a16="http://schemas.microsoft.com/office/drawing/2014/main" id="{A2BDFC07-F38A-A1AB-F647-025D8C5977E5}"/>
              </a:ext>
            </a:extLst>
          </p:cNvPr>
          <p:cNvSpPr>
            <a:spLocks noGrp="1"/>
          </p:cNvSpPr>
          <p:nvPr>
            <p:ph type="body" sz="quarter" idx="22" hasCustomPrompt="1"/>
          </p:nvPr>
        </p:nvSpPr>
        <p:spPr>
          <a:xfrm>
            <a:off x="842091" y="2870376"/>
            <a:ext cx="3267201" cy="258413"/>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40" baseline="0" dirty="0">
                <a:solidFill>
                  <a:schemeClr val="accent1"/>
                </a:solidFill>
                <a:latin typeface="Arial" panose="020B0604020202020204" pitchFamily="34" charset="0"/>
                <a:ea typeface="+mn-ea"/>
                <a:cs typeface="Arial" panose="020B0604020202020204" pitchFamily="34" charset="0"/>
              </a:defRPr>
            </a:lvl1pPr>
          </a:lstStyle>
          <a:p>
            <a:pPr lvl="0"/>
            <a:r>
              <a:rPr lang="en-US" dirty="0"/>
              <a:t>Click to category</a:t>
            </a:r>
          </a:p>
        </p:txBody>
      </p:sp>
      <p:sp>
        <p:nvSpPr>
          <p:cNvPr id="10" name="Text Placeholder 6">
            <a:extLst>
              <a:ext uri="{FF2B5EF4-FFF2-40B4-BE49-F238E27FC236}">
                <a16:creationId xmlns:a16="http://schemas.microsoft.com/office/drawing/2014/main" id="{EF69CEE9-3660-0ED5-F37D-2CD0BC4AFA5F}"/>
              </a:ext>
            </a:extLst>
          </p:cNvPr>
          <p:cNvSpPr>
            <a:spLocks noGrp="1"/>
          </p:cNvSpPr>
          <p:nvPr>
            <p:ph type="body" sz="quarter" idx="24" hasCustomPrompt="1"/>
          </p:nvPr>
        </p:nvSpPr>
        <p:spPr>
          <a:xfrm>
            <a:off x="830561" y="3327095"/>
            <a:ext cx="3289747" cy="782198"/>
          </a:xfrm>
        </p:spPr>
        <p:txBody>
          <a:bodyPr lIns="0" tIns="0" rIns="0" bIns="0"/>
          <a:lstStyle>
            <a:lvl1pPr marL="0" indent="0">
              <a:spcAft>
                <a:spcPts val="200"/>
              </a:spcAft>
              <a:buNone/>
              <a:defRPr sz="6000" b="1" i="0" spc="-100" baseline="0">
                <a:latin typeface="Arial" panose="020B0604020202020204" pitchFamily="34" charset="0"/>
              </a:defRPr>
            </a:lvl1pPr>
            <a:lvl2pPr>
              <a:defRPr sz="1400" b="0" i="0"/>
            </a:lvl2pPr>
            <a:lvl3pPr>
              <a:defRPr sz="1400" b="0" i="0"/>
            </a:lvl3pPr>
            <a:lvl4pPr>
              <a:defRPr sz="1400" b="0" i="0"/>
            </a:lvl4pPr>
            <a:lvl5pPr>
              <a:defRPr sz="1400" b="0" i="0"/>
            </a:lvl5pPr>
          </a:lstStyle>
          <a:p>
            <a:pPr lvl="0"/>
            <a:r>
              <a:rPr lang="en-US" dirty="0"/>
              <a:t>Number</a:t>
            </a:r>
          </a:p>
        </p:txBody>
      </p:sp>
      <p:sp>
        <p:nvSpPr>
          <p:cNvPr id="11" name="Text Placeholder 8">
            <a:extLst>
              <a:ext uri="{FF2B5EF4-FFF2-40B4-BE49-F238E27FC236}">
                <a16:creationId xmlns:a16="http://schemas.microsoft.com/office/drawing/2014/main" id="{026D500B-3CE2-126F-09CC-CC460167449E}"/>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tx1"/>
                </a:solidFill>
                <a:latin typeface="Arial" panose="020B0604020202020204" pitchFamily="34" charset="0"/>
                <a:ea typeface="+mj-ea"/>
                <a:cs typeface="Arial" panose="020B0604020202020204" pitchFamily="34" charset="0"/>
              </a:defRPr>
            </a:lvl1pPr>
          </a:lstStyle>
          <a:p>
            <a:pPr lvl="0"/>
            <a:r>
              <a:rPr lang="en-US" dirty="0"/>
              <a:t>Click to add Display numbers</a:t>
            </a:r>
          </a:p>
        </p:txBody>
      </p:sp>
      <p:sp>
        <p:nvSpPr>
          <p:cNvPr id="12" name="Text Placeholder 6">
            <a:extLst>
              <a:ext uri="{FF2B5EF4-FFF2-40B4-BE49-F238E27FC236}">
                <a16:creationId xmlns:a16="http://schemas.microsoft.com/office/drawing/2014/main" id="{83706456-01B8-58CA-1643-C85751AD3548}"/>
              </a:ext>
            </a:extLst>
          </p:cNvPr>
          <p:cNvSpPr>
            <a:spLocks noGrp="1"/>
          </p:cNvSpPr>
          <p:nvPr>
            <p:ph type="body" sz="quarter" idx="25" hasCustomPrompt="1"/>
          </p:nvPr>
        </p:nvSpPr>
        <p:spPr>
          <a:xfrm>
            <a:off x="830561" y="4831814"/>
            <a:ext cx="3300764" cy="764754"/>
          </a:xfrm>
        </p:spPr>
        <p:txBody>
          <a:bodyPr lIns="0" tIns="0" rIns="0" bIns="0"/>
          <a:lstStyle>
            <a:lvl1pPr marL="0" indent="0">
              <a:spcAft>
                <a:spcPts val="200"/>
              </a:spcAft>
              <a:buNone/>
              <a:defRPr sz="1800" b="0" i="0" baseline="0"/>
            </a:lvl1pPr>
            <a:lvl2pPr>
              <a:defRPr sz="1400" b="0" i="0"/>
            </a:lvl2pPr>
            <a:lvl3pPr>
              <a:defRPr sz="1400" b="0" i="0"/>
            </a:lvl3pPr>
            <a:lvl4pPr>
              <a:defRPr sz="1400" b="0" i="0"/>
            </a:lvl4pPr>
            <a:lvl5pPr>
              <a:defRPr sz="1400" b="0" i="0"/>
            </a:lvl5pPr>
          </a:lstStyle>
          <a:p>
            <a:pPr lvl="0"/>
            <a:r>
              <a:rPr lang="en-US" dirty="0"/>
              <a:t>Click to add context, if needed</a:t>
            </a:r>
          </a:p>
        </p:txBody>
      </p:sp>
      <p:sp>
        <p:nvSpPr>
          <p:cNvPr id="13" name="Text Placeholder 8">
            <a:extLst>
              <a:ext uri="{FF2B5EF4-FFF2-40B4-BE49-F238E27FC236}">
                <a16:creationId xmlns:a16="http://schemas.microsoft.com/office/drawing/2014/main" id="{F17FD5E6-C37B-DAAF-2F3C-F0542BAC8665}"/>
              </a:ext>
            </a:extLst>
          </p:cNvPr>
          <p:cNvSpPr>
            <a:spLocks noGrp="1"/>
          </p:cNvSpPr>
          <p:nvPr>
            <p:ph type="body" sz="quarter" idx="26" hasCustomPrompt="1"/>
          </p:nvPr>
        </p:nvSpPr>
        <p:spPr>
          <a:xfrm>
            <a:off x="842091" y="4191000"/>
            <a:ext cx="3267201" cy="258413"/>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0" baseline="0" dirty="0">
                <a:solidFill>
                  <a:schemeClr val="tx1"/>
                </a:solidFill>
                <a:latin typeface="Arial" panose="020B0604020202020204" pitchFamily="34" charset="0"/>
                <a:ea typeface="+mn-ea"/>
                <a:cs typeface="Arial" panose="020B0604020202020204" pitchFamily="34" charset="0"/>
              </a:defRPr>
            </a:lvl1pPr>
          </a:lstStyle>
          <a:p>
            <a:pPr lvl="0"/>
            <a:r>
              <a:rPr lang="en-US" dirty="0"/>
              <a:t>Click to description</a:t>
            </a:r>
          </a:p>
        </p:txBody>
      </p:sp>
    </p:spTree>
    <p:extLst>
      <p:ext uri="{BB962C8B-B14F-4D97-AF65-F5344CB8AC3E}">
        <p14:creationId xmlns:p14="http://schemas.microsoft.com/office/powerpoint/2010/main" val="3149113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a_emphasis-maroon">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B890C3-DE06-2122-DB73-8789EDE6A929}"/>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TextBox 5">
            <a:extLst>
              <a:ext uri="{FF2B5EF4-FFF2-40B4-BE49-F238E27FC236}">
                <a16:creationId xmlns:a16="http://schemas.microsoft.com/office/drawing/2014/main" id="{EC77B106-B89A-030A-5015-EBC196C99724}"/>
              </a:ext>
            </a:extLst>
          </p:cNvPr>
          <p:cNvSpPr txBox="1">
            <a:spLocks/>
          </p:cNvSpPr>
          <p:nvPr/>
        </p:nvSpPr>
        <p:spPr>
          <a:xfrm>
            <a:off x="838200" y="6453188"/>
            <a:ext cx="2426946" cy="138499"/>
          </a:xfrm>
          <a:prstGeom prst="rect">
            <a:avLst/>
          </a:prstGeom>
          <a:noFill/>
          <a:ln>
            <a:noFill/>
          </a:ln>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bg1">
                    <a:lumMod val="85000"/>
                  </a:schemeClr>
                </a:solidFill>
                <a:latin typeface="Arial" panose="020B0604020202020204" pitchFamily="34" charset="0"/>
                <a:cs typeface="Arial" panose="020B0604020202020204" pitchFamily="34" charset="0"/>
              </a:rPr>
              <a:t>LOYOLA UNIVERSITY CHICAGO</a:t>
            </a:r>
          </a:p>
        </p:txBody>
      </p:sp>
      <p:sp>
        <p:nvSpPr>
          <p:cNvPr id="2" name="Text Placeholder 6"/>
          <p:cNvSpPr>
            <a:spLocks noGrp="1"/>
          </p:cNvSpPr>
          <p:nvPr>
            <p:ph type="body" sz="quarter" idx="10" hasCustomPrompt="1"/>
          </p:nvPr>
        </p:nvSpPr>
        <p:spPr>
          <a:xfrm>
            <a:off x="838200" y="2667000"/>
            <a:ext cx="10571328" cy="3407522"/>
          </a:xfrm>
        </p:spPr>
        <p:txBody>
          <a:bodyPr lIns="0" tIns="0" rIns="0" bIns="0"/>
          <a:lstStyle>
            <a:lvl1pPr marL="0" indent="0">
              <a:buNone/>
              <a:defRPr b="0" i="0">
                <a:solidFill>
                  <a:schemeClr val="bg1"/>
                </a:solidFill>
              </a:defRPr>
            </a:lvl1pPr>
            <a:lvl2pPr>
              <a:defRPr b="0" i="0">
                <a:solidFill>
                  <a:schemeClr val="bg1"/>
                </a:solidFill>
              </a:defRPr>
            </a:lvl2pPr>
            <a:lvl3pPr>
              <a:defRPr b="0" i="0">
                <a:solidFill>
                  <a:schemeClr val="bg1"/>
                </a:solidFill>
              </a:defRPr>
            </a:lvl3pPr>
            <a:lvl4pPr>
              <a:defRPr b="0" i="0">
                <a:solidFill>
                  <a:schemeClr val="bg1"/>
                </a:solidFill>
              </a:defRPr>
            </a:lvl4pPr>
            <a:lvl5pPr>
              <a:defRPr b="0" i="0">
                <a:solidFill>
                  <a:schemeClr val="bg1"/>
                </a:solidFill>
              </a:defRPr>
            </a:lvl5pPr>
          </a:lstStyle>
          <a:p>
            <a:pPr lvl="0"/>
            <a:r>
              <a:rPr lang="en-US" dirty="0"/>
              <a:t>Click to edit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bg1">
                    <a:lumMod val="85000"/>
                  </a:schemeClr>
                </a:solidFill>
              </a:defRPr>
            </a:lvl1pPr>
          </a:lstStyle>
          <a:p>
            <a:pPr lvl="0"/>
            <a:r>
              <a:rPr lang="en-US" dirty="0"/>
              <a:t>Click to add unit name</a:t>
            </a:r>
          </a:p>
        </p:txBody>
      </p:sp>
      <p:sp>
        <p:nvSpPr>
          <p:cNvPr id="10" name="Text Placeholder 8">
            <a:extLst>
              <a:ext uri="{FF2B5EF4-FFF2-40B4-BE49-F238E27FC236}">
                <a16:creationId xmlns:a16="http://schemas.microsoft.com/office/drawing/2014/main" id="{255BB3E5-692F-DBF8-1A96-E5BA96876DFF}"/>
              </a:ext>
            </a:extLst>
          </p:cNvPr>
          <p:cNvSpPr>
            <a:spLocks noGrp="1"/>
          </p:cNvSpPr>
          <p:nvPr>
            <p:ph type="body" sz="quarter" idx="22" hasCustomPrompt="1"/>
          </p:nvPr>
        </p:nvSpPr>
        <p:spPr>
          <a:xfrm>
            <a:off x="832104" y="1819656"/>
            <a:ext cx="10587010"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40" baseline="0" dirty="0">
                <a:solidFill>
                  <a:schemeClr val="accent2"/>
                </a:solidFill>
                <a:latin typeface="Arial" panose="020B0604020202020204" pitchFamily="34" charset="0"/>
                <a:ea typeface="+mn-ea"/>
                <a:cs typeface="Arial" panose="020B0604020202020204" pitchFamily="34" charset="0"/>
              </a:defRPr>
            </a:lvl1pPr>
          </a:lstStyle>
          <a:p>
            <a:pPr lvl="0"/>
            <a:r>
              <a:rPr lang="en-US" dirty="0"/>
              <a:t>Click to add text</a:t>
            </a:r>
          </a:p>
        </p:txBody>
      </p:sp>
      <p:sp>
        <p:nvSpPr>
          <p:cNvPr id="11" name="Text Placeholder 8">
            <a:extLst>
              <a:ext uri="{FF2B5EF4-FFF2-40B4-BE49-F238E27FC236}">
                <a16:creationId xmlns:a16="http://schemas.microsoft.com/office/drawing/2014/main" id="{A5A9CF36-2408-77EA-D0E8-AA9C687D27AB}"/>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bg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1661084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b_emphasis-dar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7D2B7F-0409-DCFE-7B21-7BAEA1E97943}"/>
              </a:ext>
            </a:extLst>
          </p:cNvPr>
          <p:cNvSpPr/>
          <p:nvPr/>
        </p:nvSpPr>
        <p:spPr>
          <a:xfrm>
            <a:off x="0" y="0"/>
            <a:ext cx="12192000" cy="37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6" name="Rectangle 5">
            <a:extLst>
              <a:ext uri="{FF2B5EF4-FFF2-40B4-BE49-F238E27FC236}">
                <a16:creationId xmlns:a16="http://schemas.microsoft.com/office/drawing/2014/main" id="{8DA46325-F276-6492-0559-FBD62768D9B7}"/>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7" name="TextBox 6">
            <a:extLst>
              <a:ext uri="{FF2B5EF4-FFF2-40B4-BE49-F238E27FC236}">
                <a16:creationId xmlns:a16="http://schemas.microsoft.com/office/drawing/2014/main" id="{D59FAD3D-FD95-9A7D-9FF3-9B7A8A97D051}"/>
              </a:ext>
            </a:extLst>
          </p:cNvPr>
          <p:cNvSpPr txBox="1">
            <a:spLocks/>
          </p:cNvSpPr>
          <p:nvPr/>
        </p:nvSpPr>
        <p:spPr>
          <a:xfrm>
            <a:off x="838200" y="6453188"/>
            <a:ext cx="2426946" cy="138499"/>
          </a:xfrm>
          <a:prstGeom prst="rect">
            <a:avLst/>
          </a:prstGeom>
          <a:noFill/>
          <a:ln>
            <a:noFill/>
          </a:ln>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bg1">
                    <a:lumMod val="85000"/>
                  </a:schemeClr>
                </a:solidFill>
                <a:latin typeface="Arial" panose="020B0604020202020204" pitchFamily="34" charset="0"/>
                <a:cs typeface="Arial" panose="020B0604020202020204" pitchFamily="34" charset="0"/>
              </a:rPr>
              <a:t>LOYOLA UNIVERSITY CHICAGO</a:t>
            </a:r>
          </a:p>
        </p:txBody>
      </p:sp>
      <p:sp>
        <p:nvSpPr>
          <p:cNvPr id="2" name="Text Placeholder 6"/>
          <p:cNvSpPr>
            <a:spLocks noGrp="1"/>
          </p:cNvSpPr>
          <p:nvPr>
            <p:ph type="body" sz="quarter" idx="10" hasCustomPrompt="1"/>
          </p:nvPr>
        </p:nvSpPr>
        <p:spPr>
          <a:xfrm>
            <a:off x="838200" y="2667000"/>
            <a:ext cx="10565232" cy="3407522"/>
          </a:xfrm>
        </p:spPr>
        <p:txBody>
          <a:bodyPr lIns="0" tIns="0" rIns="0" bIns="0"/>
          <a:lstStyle>
            <a:lvl1pPr marL="0" indent="0">
              <a:buNone/>
              <a:defRPr b="0" i="0">
                <a:solidFill>
                  <a:schemeClr val="bg1"/>
                </a:solidFill>
              </a:defRPr>
            </a:lvl1pPr>
            <a:lvl2pPr>
              <a:defRPr b="0" i="0">
                <a:solidFill>
                  <a:schemeClr val="bg1"/>
                </a:solidFill>
              </a:defRPr>
            </a:lvl2pPr>
            <a:lvl3pPr>
              <a:defRPr b="0" i="0">
                <a:solidFill>
                  <a:schemeClr val="bg1"/>
                </a:solidFill>
              </a:defRPr>
            </a:lvl3pPr>
            <a:lvl4pPr>
              <a:defRPr b="0" i="0">
                <a:solidFill>
                  <a:schemeClr val="bg1"/>
                </a:solidFill>
              </a:defRPr>
            </a:lvl4pPr>
            <a:lvl5pPr>
              <a:defRPr b="0" i="0">
                <a:solidFill>
                  <a:schemeClr val="bg1"/>
                </a:solidFill>
              </a:defRPr>
            </a:lvl5pPr>
          </a:lstStyle>
          <a:p>
            <a:pPr lvl="0"/>
            <a:r>
              <a:rPr lang="en-US" dirty="0"/>
              <a:t>Click to edit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bg1">
                    <a:lumMod val="85000"/>
                  </a:schemeClr>
                </a:solidFill>
              </a:defRPr>
            </a:lvl1pPr>
          </a:lstStyle>
          <a:p>
            <a:pPr lvl="0"/>
            <a:r>
              <a:rPr lang="en-US" dirty="0"/>
              <a:t>Click to add unit name</a:t>
            </a:r>
          </a:p>
        </p:txBody>
      </p:sp>
      <p:sp>
        <p:nvSpPr>
          <p:cNvPr id="9" name="Text Placeholder 8">
            <a:extLst>
              <a:ext uri="{FF2B5EF4-FFF2-40B4-BE49-F238E27FC236}">
                <a16:creationId xmlns:a16="http://schemas.microsoft.com/office/drawing/2014/main" id="{72306555-D7B9-2122-7043-882C1E0B3E35}"/>
              </a:ext>
            </a:extLst>
          </p:cNvPr>
          <p:cNvSpPr>
            <a:spLocks noGrp="1"/>
          </p:cNvSpPr>
          <p:nvPr>
            <p:ph type="body" sz="quarter" idx="22" hasCustomPrompt="1"/>
          </p:nvPr>
        </p:nvSpPr>
        <p:spPr>
          <a:xfrm>
            <a:off x="832104" y="1819656"/>
            <a:ext cx="10587010" cy="221599"/>
          </a:xfrm>
        </p:spPr>
        <p:txBody>
          <a:bodyPr wrap="square"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1" i="0" kern="1200" cap="all" spc="40" baseline="0" dirty="0">
                <a:solidFill>
                  <a:schemeClr val="accent2"/>
                </a:solidFill>
                <a:latin typeface="Arial" panose="020B0604020202020204" pitchFamily="34" charset="0"/>
                <a:ea typeface="+mn-ea"/>
                <a:cs typeface="Arial" panose="020B0604020202020204" pitchFamily="34" charset="0"/>
              </a:defRPr>
            </a:lvl1pPr>
          </a:lstStyle>
          <a:p>
            <a:pPr lvl="0"/>
            <a:r>
              <a:rPr lang="en-US" dirty="0"/>
              <a:t>Click to add text</a:t>
            </a:r>
          </a:p>
        </p:txBody>
      </p:sp>
      <p:sp>
        <p:nvSpPr>
          <p:cNvPr id="10" name="Text Placeholder 8">
            <a:extLst>
              <a:ext uri="{FF2B5EF4-FFF2-40B4-BE49-F238E27FC236}">
                <a16:creationId xmlns:a16="http://schemas.microsoft.com/office/drawing/2014/main" id="{9B3CCBD1-264C-A481-4F7B-6EEEBD5A34C0}"/>
              </a:ext>
            </a:extLst>
          </p:cNvPr>
          <p:cNvSpPr>
            <a:spLocks noGrp="1"/>
          </p:cNvSpPr>
          <p:nvPr>
            <p:ph type="body" sz="quarter" idx="11" hasCustomPrompt="1"/>
          </p:nvPr>
        </p:nvSpPr>
        <p:spPr>
          <a:xfrm>
            <a:off x="838200" y="376015"/>
            <a:ext cx="10565232" cy="1314674"/>
          </a:xfrm>
        </p:spPr>
        <p:txBody>
          <a:bodyPr lIns="0" tIns="0" rIns="0" bIns="0" anchor="b"/>
          <a:lstStyle>
            <a:lvl1pPr marL="0" indent="0" algn="l" defTabSz="914400" rtl="0" eaLnBrk="1" latinLnBrk="0" hangingPunct="1">
              <a:lnSpc>
                <a:spcPct val="90000"/>
              </a:lnSpc>
              <a:spcBef>
                <a:spcPct val="0"/>
              </a:spcBef>
              <a:buNone/>
              <a:defRPr lang="en-US" sz="3600" b="1" i="0" kern="3000" spc="0" baseline="0" dirty="0" smtClean="0">
                <a:solidFill>
                  <a:schemeClr val="bg1"/>
                </a:solidFill>
                <a:latin typeface="Arial" panose="020B0604020202020204" pitchFamily="34" charset="0"/>
                <a:ea typeface="+mj-ea"/>
                <a:cs typeface="Arial" panose="020B0604020202020204" pitchFamily="34" charset="0"/>
              </a:defRPr>
            </a:lvl1pPr>
          </a:lstStyle>
          <a:p>
            <a:pPr lvl="0"/>
            <a:r>
              <a:rPr lang="en-US" dirty="0"/>
              <a:t>Click to add headline</a:t>
            </a:r>
          </a:p>
        </p:txBody>
      </p:sp>
    </p:spTree>
    <p:extLst>
      <p:ext uri="{BB962C8B-B14F-4D97-AF65-F5344CB8AC3E}">
        <p14:creationId xmlns:p14="http://schemas.microsoft.com/office/powerpoint/2010/main" val="1326647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losing">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4A61B4-E715-DB10-BF89-AC04C6F742A5}"/>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13" name="Text Placeholder 9"/>
          <p:cNvSpPr>
            <a:spLocks noGrp="1"/>
          </p:cNvSpPr>
          <p:nvPr>
            <p:ph type="body" sz="quarter" idx="12" hasCustomPrompt="1"/>
          </p:nvPr>
        </p:nvSpPr>
        <p:spPr>
          <a:xfrm>
            <a:off x="784929" y="3657157"/>
            <a:ext cx="10576289" cy="276999"/>
          </a:xfrm>
        </p:spPr>
        <p:txBody>
          <a:bodyPr lIns="0" tIns="0" rIns="0" bIns="0">
            <a:noAutofit/>
          </a:bodyPr>
          <a:lstStyle>
            <a:lvl1pPr marL="0" indent="0" algn="l">
              <a:buNone/>
              <a:defRPr lang="en-US" sz="2000" b="1" i="0" kern="1200" cap="none" spc="40" baseline="0" dirty="0" smtClean="0">
                <a:solidFill>
                  <a:srgbClr val="FEBC18"/>
                </a:solidFill>
                <a:latin typeface="Arial" panose="020B0604020202020204" pitchFamily="34" charset="0"/>
                <a:ea typeface="+mn-ea"/>
                <a:cs typeface="Arial"/>
              </a:defRPr>
            </a:lvl1pPr>
          </a:lstStyle>
          <a:p>
            <a:pPr lvl="0"/>
            <a:r>
              <a:rPr lang="en-US" dirty="0"/>
              <a:t>Click to add URL</a:t>
            </a:r>
          </a:p>
        </p:txBody>
      </p:sp>
      <p:sp>
        <p:nvSpPr>
          <p:cNvPr id="4" name="Text Placeholder 7"/>
          <p:cNvSpPr>
            <a:spLocks noGrp="1"/>
          </p:cNvSpPr>
          <p:nvPr>
            <p:ph type="body" sz="quarter" idx="11" hasCustomPrompt="1"/>
          </p:nvPr>
        </p:nvSpPr>
        <p:spPr>
          <a:xfrm>
            <a:off x="781367" y="2672142"/>
            <a:ext cx="10581577" cy="664797"/>
          </a:xfrm>
        </p:spPr>
        <p:txBody>
          <a:bodyPr lIns="0" tIns="0" rIns="0" bIns="0">
            <a:noAutofit/>
          </a:bodyPr>
          <a:lstStyle>
            <a:lvl1pPr marL="0" indent="0">
              <a:buFontTx/>
              <a:buNone/>
              <a:defRPr lang="en-US" sz="4800" b="1" i="0" kern="1200" spc="0" baseline="0" dirty="0">
                <a:solidFill>
                  <a:schemeClr val="bg1"/>
                </a:solidFill>
                <a:latin typeface="Arial" panose="020B0604020202020204" pitchFamily="34" charset="0"/>
                <a:ea typeface="+mj-ea"/>
                <a:cs typeface="Arial" panose="020B0604020202020204" pitchFamily="34" charset="0"/>
              </a:defRPr>
            </a:lvl1pPr>
          </a:lstStyle>
          <a:p>
            <a:pPr lvl="0"/>
            <a:r>
              <a:rPr lang="en-US" dirty="0"/>
              <a:t>Click to add closing</a:t>
            </a:r>
          </a:p>
        </p:txBody>
      </p:sp>
      <p:pic>
        <p:nvPicPr>
          <p:cNvPr id="6" name="Picture 4">
            <a:extLst>
              <a:ext uri="{FF2B5EF4-FFF2-40B4-BE49-F238E27FC236}">
                <a16:creationId xmlns:a16="http://schemas.microsoft.com/office/drawing/2014/main" id="{AB7FABAC-CFAC-DAC8-01B0-48E721CCB0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465820" y="5769094"/>
            <a:ext cx="3223260" cy="671512"/>
          </a:xfrm>
          <a:prstGeom prst="rect">
            <a:avLst/>
          </a:prstGeom>
        </p:spPr>
      </p:pic>
    </p:spTree>
    <p:extLst>
      <p:ext uri="{BB962C8B-B14F-4D97-AF65-F5344CB8AC3E}">
        <p14:creationId xmlns:p14="http://schemas.microsoft.com/office/powerpoint/2010/main" val="3126305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sic-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0E6A11-FCE7-FCE3-CDF0-83CF741440C8}"/>
              </a:ext>
            </a:extLst>
          </p:cNvPr>
          <p:cNvSpPr/>
          <p:nvPr/>
        </p:nvSpPr>
        <p:spPr>
          <a:xfrm>
            <a:off x="0" y="0"/>
            <a:ext cx="12192000" cy="374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Rectangle 3">
            <a:extLst>
              <a:ext uri="{FF2B5EF4-FFF2-40B4-BE49-F238E27FC236}">
                <a16:creationId xmlns:a16="http://schemas.microsoft.com/office/drawing/2014/main" id="{A9172468-BBB8-7328-00D0-B3C150587FA1}"/>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TextBox 4">
            <a:extLst>
              <a:ext uri="{FF2B5EF4-FFF2-40B4-BE49-F238E27FC236}">
                <a16:creationId xmlns:a16="http://schemas.microsoft.com/office/drawing/2014/main" id="{EC058EE5-2E44-46CE-912D-E30C4283B40E}"/>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3" name="Text Placeholder 23"/>
          <p:cNvSpPr>
            <a:spLocks noGrp="1"/>
          </p:cNvSpPr>
          <p:nvPr>
            <p:ph type="body" sz="quarter" idx="18"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1223395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765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sic-maroon">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FF9A9E-3035-346A-8BDC-F6ACD74A46FD}"/>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3" name="Text Placeholder 2">
            <a:extLst>
              <a:ext uri="{FF2B5EF4-FFF2-40B4-BE49-F238E27FC236}">
                <a16:creationId xmlns:a16="http://schemas.microsoft.com/office/drawing/2014/main" id="{441453F3-23CA-6884-71A5-B8C2A9739A1F}"/>
              </a:ext>
            </a:extLst>
          </p:cNvPr>
          <p:cNvSpPr txBox="1">
            <a:spLocks/>
          </p:cNvSpPr>
          <p:nvPr/>
        </p:nvSpPr>
        <p:spPr>
          <a:xfrm>
            <a:off x="838200" y="6453188"/>
            <a:ext cx="4229100" cy="392112"/>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000" b="0" i="0" kern="1200" spc="150" baseline="0">
                <a:solidFill>
                  <a:schemeClr val="tx2"/>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3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b="0" i="0" dirty="0">
                <a:solidFill>
                  <a:schemeClr val="bg1">
                    <a:lumMod val="85000"/>
                  </a:schemeClr>
                </a:solidFill>
                <a:latin typeface="Arial" panose="020B0604020202020204" pitchFamily="34" charset="0"/>
              </a:rPr>
              <a:t>LOYOLA UNIVERSITY CHICAGO</a:t>
            </a:r>
          </a:p>
        </p:txBody>
      </p:sp>
      <p:sp>
        <p:nvSpPr>
          <p:cNvPr id="8" name="Text Placeholder 23"/>
          <p:cNvSpPr>
            <a:spLocks noGrp="1"/>
          </p:cNvSpPr>
          <p:nvPr>
            <p:ph type="body" sz="quarter" idx="16"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bg1">
                    <a:lumMod val="85000"/>
                  </a:schemeClr>
                </a:solidFill>
              </a:defRPr>
            </a:lvl1pPr>
          </a:lstStyle>
          <a:p>
            <a:pPr lvl="0"/>
            <a:r>
              <a:rPr lang="en-US" dirty="0"/>
              <a:t>Click to add unit name</a:t>
            </a:r>
          </a:p>
        </p:txBody>
      </p:sp>
    </p:spTree>
    <p:extLst>
      <p:ext uri="{BB962C8B-B14F-4D97-AF65-F5344CB8AC3E}">
        <p14:creationId xmlns:p14="http://schemas.microsoft.com/office/powerpoint/2010/main" val="32463737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maro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13A98B-7AE9-D161-3F26-588F63E2A085}"/>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Tree>
    <p:extLst>
      <p:ext uri="{BB962C8B-B14F-4D97-AF65-F5344CB8AC3E}">
        <p14:creationId xmlns:p14="http://schemas.microsoft.com/office/powerpoint/2010/main" val="3706739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asic-gold">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06F7F4-450D-120C-C9B1-8C4266EC32BD}"/>
              </a:ext>
            </a:extLst>
          </p:cNvPr>
          <p:cNvSpPr/>
          <p:nvPr/>
        </p:nvSpPr>
        <p:spPr>
          <a:xfrm>
            <a:off x="0" y="0"/>
            <a:ext cx="12192000" cy="37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4" name="Rectangle 3">
            <a:extLst>
              <a:ext uri="{FF2B5EF4-FFF2-40B4-BE49-F238E27FC236}">
                <a16:creationId xmlns:a16="http://schemas.microsoft.com/office/drawing/2014/main" id="{3DFC80E8-90B2-2298-C7F1-B184D49FC305}"/>
              </a:ext>
            </a:extLst>
          </p:cNvPr>
          <p:cNvSpPr/>
          <p:nvPr/>
        </p:nvSpPr>
        <p:spPr>
          <a:xfrm>
            <a:off x="9275763" y="0"/>
            <a:ext cx="2916237" cy="1635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dirty="0">
              <a:latin typeface="Arial" panose="020B0604020202020204" pitchFamily="34" charset="0"/>
            </a:endParaRPr>
          </a:p>
        </p:txBody>
      </p:sp>
      <p:sp>
        <p:nvSpPr>
          <p:cNvPr id="5" name="TextBox 4">
            <a:extLst>
              <a:ext uri="{FF2B5EF4-FFF2-40B4-BE49-F238E27FC236}">
                <a16:creationId xmlns:a16="http://schemas.microsoft.com/office/drawing/2014/main" id="{B19DBA77-7A37-E4DB-4CCF-07AA9FA1B7C2}"/>
              </a:ext>
            </a:extLst>
          </p:cNvPr>
          <p:cNvSpPr txBox="1">
            <a:spLocks/>
          </p:cNvSpPr>
          <p:nvPr/>
        </p:nvSpPr>
        <p:spPr>
          <a:xfrm>
            <a:off x="838200" y="6453188"/>
            <a:ext cx="2426946" cy="138499"/>
          </a:xfrm>
          <a:prstGeom prst="rect">
            <a:avLst/>
          </a:prstGeom>
          <a:noFill/>
        </p:spPr>
        <p:txBody>
          <a:bodyPr wrap="none" lIns="0" tIns="0" rIns="0" bIns="0">
            <a:spAutoFit/>
          </a:bodyPr>
          <a:lstStyle/>
          <a:p>
            <a:pPr eaLnBrk="1" fontAlgn="auto" hangingPunct="1">
              <a:lnSpc>
                <a:spcPct val="90000"/>
              </a:lnSpc>
              <a:spcBef>
                <a:spcPts val="1000"/>
              </a:spcBef>
              <a:spcAft>
                <a:spcPts val="0"/>
              </a:spcAft>
              <a:buFont typeface="Arial" panose="020B0604020202020204" pitchFamily="34" charset="0"/>
              <a:buNone/>
              <a:defRPr/>
            </a:pPr>
            <a:r>
              <a:rPr lang="en-US" sz="1000" b="0" i="0" spc="150" dirty="0">
                <a:solidFill>
                  <a:schemeClr val="tx2"/>
                </a:solidFill>
                <a:latin typeface="Arial" panose="020B0604020202020204" pitchFamily="34" charset="0"/>
                <a:cs typeface="Arial" panose="020B0604020202020204" pitchFamily="34" charset="0"/>
              </a:rPr>
              <a:t>LOYOLA UNIVERSITY CHICAGO</a:t>
            </a:r>
          </a:p>
        </p:txBody>
      </p:sp>
      <p:sp>
        <p:nvSpPr>
          <p:cNvPr id="3" name="Text Placeholder 23"/>
          <p:cNvSpPr>
            <a:spLocks noGrp="1"/>
          </p:cNvSpPr>
          <p:nvPr>
            <p:ph type="body" sz="quarter" idx="18" hasCustomPrompt="1"/>
          </p:nvPr>
        </p:nvSpPr>
        <p:spPr>
          <a:xfrm>
            <a:off x="6535647" y="6452610"/>
            <a:ext cx="4867785" cy="138499"/>
          </a:xfrm>
        </p:spPr>
        <p:txBody>
          <a:bodyPr lIns="0" tIns="0" rIns="0" bIns="0" rtlCol="0">
            <a:noAutofit/>
          </a:bodyPr>
          <a:lstStyle>
            <a:lvl1pPr marL="0" indent="0" algn="r">
              <a:buNone/>
              <a:defRPr lang="en-US" sz="1000" b="0" i="0" cap="all" spc="150" baseline="0" dirty="0">
                <a:solidFill>
                  <a:schemeClr val="tx2"/>
                </a:solidFill>
              </a:defRPr>
            </a:lvl1pPr>
          </a:lstStyle>
          <a:p>
            <a:pPr lvl="0"/>
            <a:r>
              <a:rPr lang="en-US" dirty="0"/>
              <a:t>Click to add unit name</a:t>
            </a:r>
          </a:p>
        </p:txBody>
      </p:sp>
    </p:spTree>
    <p:extLst>
      <p:ext uri="{BB962C8B-B14F-4D97-AF65-F5344CB8AC3E}">
        <p14:creationId xmlns:p14="http://schemas.microsoft.com/office/powerpoint/2010/main" val="31817336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go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20227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E77C33-B393-5DB6-B0F7-18619CEF2CC7}"/>
              </a:ext>
            </a:extLst>
          </p:cNvPr>
          <p:cNvSpPr>
            <a:spLocks noGrp="1"/>
          </p:cNvSpPr>
          <p:nvPr>
            <p:ph type="title"/>
          </p:nvPr>
        </p:nvSpPr>
        <p:spPr>
          <a:xfrm>
            <a:off x="838200" y="365125"/>
            <a:ext cx="10515600" cy="1325563"/>
          </a:xfrm>
          <a:prstGeom prst="rect">
            <a:avLst/>
          </a:prstGeom>
        </p:spPr>
        <p:txBody>
          <a:bodyPr vert="horz" lIns="91440" tIns="45720" rIns="91440" bIns="45720" rtlCol="0" anchor="b" anchorCtr="0">
            <a:normAutofit/>
          </a:bodyPr>
          <a:lstStyle/>
          <a:p>
            <a:r>
              <a:rPr lang="en-US" dirty="0"/>
              <a:t>Click to add text</a:t>
            </a:r>
          </a:p>
        </p:txBody>
      </p:sp>
      <p:sp>
        <p:nvSpPr>
          <p:cNvPr id="1027" name="Text Placeholder 2">
            <a:extLst>
              <a:ext uri="{FF2B5EF4-FFF2-40B4-BE49-F238E27FC236}">
                <a16:creationId xmlns:a16="http://schemas.microsoft.com/office/drawing/2014/main" id="{97A9B819-8B67-123F-0011-331913CCFCB9}"/>
              </a:ext>
            </a:extLst>
          </p:cNvPr>
          <p:cNvSpPr>
            <a:spLocks noGrp="1" noChangeArrowheads="1"/>
          </p:cNvSpPr>
          <p:nvPr>
            <p:ph type="body" idx="1"/>
          </p:nvPr>
        </p:nvSpPr>
        <p:spPr bwMode="auto">
          <a:xfrm>
            <a:off x="838200" y="1825625"/>
            <a:ext cx="1051560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add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4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44" r:id="rId15"/>
    <p:sldLayoutId id="2147483735" r:id="rId16"/>
    <p:sldLayoutId id="2147483736" r:id="rId17"/>
    <p:sldLayoutId id="2147483737" r:id="rId18"/>
    <p:sldLayoutId id="2147483738" r:id="rId19"/>
    <p:sldLayoutId id="2147483720" r:id="rId20"/>
    <p:sldLayoutId id="2147483739" r:id="rId21"/>
    <p:sldLayoutId id="2147483740" r:id="rId22"/>
    <p:sldLayoutId id="2147483741" r:id="rId23"/>
    <p:sldLayoutId id="2147483742" r:id="rId24"/>
  </p:sldLayoutIdLst>
  <p:txStyles>
    <p:titleStyle>
      <a:lvl1pPr algn="l" rtl="0" eaLnBrk="1" fontAlgn="base" hangingPunct="1">
        <a:lnSpc>
          <a:spcPct val="90000"/>
        </a:lnSpc>
        <a:spcBef>
          <a:spcPct val="0"/>
        </a:spcBef>
        <a:spcAft>
          <a:spcPct val="0"/>
        </a:spcAft>
        <a:defRPr sz="3600" b="1" i="0" kern="3000" spc="-1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000" b="1">
          <a:solidFill>
            <a:schemeClr val="tx1"/>
          </a:solidFill>
          <a:latin typeface="Arial" panose="020B0604020202020204" pitchFamily="34" charset="0"/>
          <a:cs typeface="Arial" panose="020B0604020202020204" pitchFamily="34" charset="0"/>
        </a:defRPr>
      </a:lvl9pPr>
    </p:titleStyle>
    <p:bodyStyle>
      <a:lvl1pPr marL="0" indent="0" algn="l" rtl="0" eaLnBrk="1" fontAlgn="base" hangingPunct="1">
        <a:lnSpc>
          <a:spcPct val="90000"/>
        </a:lnSpc>
        <a:spcBef>
          <a:spcPts val="1000"/>
        </a:spcBef>
        <a:spcAft>
          <a:spcPct val="0"/>
        </a:spcAft>
        <a:buFont typeface="Arial" panose="020B0604020202020204" pitchFamily="34" charset="0"/>
        <a:buNone/>
        <a:defRPr sz="2000" b="0" i="0" kern="100">
          <a:solidFill>
            <a:schemeClr val="tx1"/>
          </a:solidFill>
          <a:latin typeface="Arial" panose="020B0604020202020204" pitchFamily="34" charset="0"/>
          <a:ea typeface="+mn-ea"/>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b="0" i="0" kern="1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lnSpc>
          <a:spcPct val="103000"/>
        </a:lnSpc>
        <a:spcBef>
          <a:spcPts val="500"/>
        </a:spcBef>
        <a:spcAft>
          <a:spcPct val="0"/>
        </a:spcAft>
        <a:buFont typeface="Arial" panose="020B0604020202020204" pitchFamily="34" charset="0"/>
        <a:buChar char="•"/>
        <a:defRPr sz="1600" b="0" i="0" kern="1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b="0" i="0" kern="1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600" b="0" i="0" kern="1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3000" b="1"/>
              <a:t>prove-TLA:  Where We Are This Week</a:t>
            </a:r>
          </a:p>
        </p:txBody>
      </p:sp>
      <p:sp>
        <p:nvSpPr>
          <p:cNvPr id="3" name="Text Placeholder 2"/>
          <p:cNvSpPr>
            <a:spLocks noGrp="1"/>
          </p:cNvSpPr>
          <p:nvPr>
            <p:ph type="body" idx="12" sz="quarter"/>
          </p:nvPr>
        </p:nvSpPr>
        <p:spPr/>
        <p:txBody>
          <a:bodyPr/>
          <a:lstStyle/>
          <a:p>
            <a:r>
              <a:rPr sz="1500"/>
              <a:t>Full-corpus results, an audit that moved the number, and the one number we still owe.</a:t>
            </a:r>
          </a:p>
        </p:txBody>
      </p:sp>
      <p:sp>
        <p:nvSpPr>
          <p:cNvPr id="4" name="Text Placeholder 3"/>
          <p:cNvSpPr>
            <a:spLocks noGrp="1"/>
          </p:cNvSpPr>
          <p:nvPr>
            <p:ph type="body" idx="14" sz="quarter"/>
          </p:nvPr>
        </p:nvSpPr>
        <p:spPr/>
        <p:txBody>
          <a:bodyPr/>
          <a:lstStyle/>
          <a:p>
            <a:r>
              <a:rPr sz="1000"/>
              <a:t>Eric Spencer  |  Week of 2026-07-06  |  ai4fm.cs.luc.edu</a:t>
            </a:r>
          </a:p>
        </p:txBody>
      </p:sp>
      <p:sp>
        <p:nvSpPr>
          <p:cNvPr id="5" name="Text Placeholder 4"/>
          <p:cNvSpPr>
            <a:spLocks noGrp="1"/>
          </p:cNvSpPr>
          <p:nvPr>
            <p:ph type="body" idx="15" sz="quarter"/>
          </p:nvPr>
        </p:nvSpPr>
        <p:spPr/>
        <p:txBody>
          <a:bodyPr/>
          <a:lstStyle/>
          <a:p>
            <a:r>
              <a:rPr sz="1100"/>
              <a:t>LOYOLA UNIVERSITY CHICAGO  |  AI FOR FORMAL METHODS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rPr sz="1500"/>
              <a:t>Four proofs cleared every automated check by deleting the property they were supposed to prove.</a:t>
            </a:r>
          </a:p>
        </p:txBody>
      </p:sp>
      <p:sp>
        <p:nvSpPr>
          <p:cNvPr id="4" name="Text Placeholder 3"/>
          <p:cNvSpPr>
            <a:spLocks noGrp="1"/>
          </p:cNvSpPr>
          <p:nvPr>
            <p:ph type="body" idx="11" sz="quarter"/>
          </p:nvPr>
        </p:nvSpPr>
        <p:spPr/>
        <p:txBody>
          <a:bodyPr/>
          <a:lstStyle/>
          <a:p>
            <a:r>
              <a:rPr sz="2700" b="1"/>
              <a:t>The Model Finds Ways to Cheat</a:t>
            </a:r>
          </a:p>
        </p:txBody>
      </p:sp>
      <p:sp>
        <p:nvSpPr>
          <p:cNvPr id="5" name="Text Placeholder 4"/>
          <p:cNvSpPr>
            <a:spLocks noGrp="1"/>
          </p:cNvSpPr>
          <p:nvPr>
            <p:ph type="body" idx="17" sz="quarter"/>
          </p:nvPr>
        </p:nvSpPr>
        <p:spPr/>
        <p:txBody>
          <a:bodyPr/>
          <a:lstStyle/>
          <a:p/>
        </p:txBody>
      </p:sp>
      <p:graphicFrame>
        <p:nvGraphicFramePr>
          <p:cNvPr id="6" name="Chart 5"/>
          <p:cNvGraphicFramePr>
            <a:graphicFrameLocks noGrp="1"/>
          </p:cNvGraphicFramePr>
          <p:nvPr/>
        </p:nvGraphicFramePr>
        <p:xfrm>
          <a:off x="1463040" y="2286000"/>
          <a:ext cx="9235440" cy="3429000"/>
        </p:xfrm>
        <a:graphic>
          <a:graphicData uri="http://schemas.openxmlformats.org/drawingml/2006/chart">
            <c:chart xmlns:c="http://schemas.openxmlformats.org/drawingml/2006/chart" r:id="rId2"/>
          </a:graphicData>
        </a:graphic>
      </p:graphicFrame>
      <p:sp>
        <p:nvSpPr>
          <p:cNvPr id="7" name="TextBox 6"/>
          <p:cNvSpPr txBox="1"/>
          <p:nvPr/>
        </p:nvSpPr>
        <p:spPr>
          <a:xfrm>
            <a:off x="640080" y="5897880"/>
            <a:ext cx="10881360" cy="640080"/>
          </a:xfrm>
          <a:prstGeom prst="rect">
            <a:avLst/>
          </a:prstGeom>
          <a:noFill/>
        </p:spPr>
        <p:txBody>
          <a:bodyPr wrap="none">
            <a:spAutoFit/>
          </a:bodyPr>
          <a:lstStyle/>
          <a:p>
            <a:r>
              <a:rPr sz="1400" i="1">
                <a:solidFill>
                  <a:srgbClr val="5A0722"/>
                </a:solidFill>
              </a:rPr>
              <a:t>The same four fake proofs sail through syntax, the model checker, and the vacuity test. The semantic audit is the only stage that stops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rPr sz="1500"/>
              <a:t>ChatTLA-20b trained on the whole benchmark corpus, and has no decontaminated full-corpus evaluation.</a:t>
            </a:r>
          </a:p>
        </p:txBody>
      </p:sp>
      <p:sp>
        <p:nvSpPr>
          <p:cNvPr id="4" name="Text Placeholder 3"/>
          <p:cNvSpPr>
            <a:spLocks noGrp="1"/>
          </p:cNvSpPr>
          <p:nvPr>
            <p:ph type="body" idx="11" sz="quarter"/>
          </p:nvPr>
        </p:nvSpPr>
        <p:spPr/>
        <p:txBody>
          <a:bodyPr/>
          <a:lstStyle/>
          <a:p>
            <a:r>
              <a:rPr sz="2700" b="1"/>
              <a:t>There Isn't a Clean Number to Beat Yet</a:t>
            </a:r>
          </a:p>
        </p:txBody>
      </p:sp>
      <p:sp>
        <p:nvSpPr>
          <p:cNvPr id="5" name="Text Placeholder 4"/>
          <p:cNvSpPr>
            <a:spLocks noGrp="1"/>
          </p:cNvSpPr>
          <p:nvPr>
            <p:ph type="body" idx="17" sz="quarter"/>
          </p:nvPr>
        </p:nvSpPr>
        <p:spPr/>
        <p:txBody>
          <a:bodyPr/>
          <a:lstStyle/>
          <a:p/>
        </p:txBody>
      </p:sp>
      <p:sp>
        <p:nvSpPr>
          <p:cNvPr id="6" name="TextBox 5"/>
          <p:cNvSpPr txBox="1"/>
          <p:nvPr/>
        </p:nvSpPr>
        <p:spPr>
          <a:xfrm>
            <a:off x="822960" y="2651760"/>
            <a:ext cx="4937760" cy="1463040"/>
          </a:xfrm>
          <a:prstGeom prst="rect">
            <a:avLst/>
          </a:prstGeom>
          <a:noFill/>
        </p:spPr>
        <p:txBody>
          <a:bodyPr wrap="square">
            <a:spAutoFit/>
          </a:bodyPr>
          <a:lstStyle/>
          <a:p>
            <a:pPr algn="ctr"/>
            <a:r>
              <a:rPr sz="7800" b="1">
                <a:solidFill>
                  <a:srgbClr val="5A0722"/>
                </a:solidFill>
              </a:rPr>
              <a:t>205 / 205</a:t>
            </a:r>
          </a:p>
        </p:txBody>
      </p:sp>
      <p:sp>
        <p:nvSpPr>
          <p:cNvPr id="7" name="TextBox 6"/>
          <p:cNvSpPr txBox="1"/>
          <p:nvPr/>
        </p:nvSpPr>
        <p:spPr>
          <a:xfrm>
            <a:off x="822960" y="4206240"/>
            <a:ext cx="4937760" cy="1188720"/>
          </a:xfrm>
          <a:prstGeom prst="rect">
            <a:avLst/>
          </a:prstGeom>
          <a:noFill/>
        </p:spPr>
        <p:txBody>
          <a:bodyPr wrap="square">
            <a:spAutoFit/>
          </a:bodyPr>
          <a:lstStyle/>
          <a:p>
            <a:pPr algn="ctr"/>
            <a:r>
              <a:rPr sz="1600">
                <a:solidFill>
                  <a:srgbClr val="5A0722"/>
                </a:solidFill>
              </a:rPr>
              <a:t>benchmark specs that were in its training data
(per its own model card)</a:t>
            </a:r>
          </a:p>
        </p:txBody>
      </p:sp>
      <p:sp>
        <p:nvSpPr>
          <p:cNvPr id="8" name="TextBox 7"/>
          <p:cNvSpPr txBox="1"/>
          <p:nvPr/>
        </p:nvSpPr>
        <p:spPr>
          <a:xfrm>
            <a:off x="6400800" y="2651760"/>
            <a:ext cx="4937760" cy="1463040"/>
          </a:xfrm>
          <a:prstGeom prst="rect">
            <a:avLst/>
          </a:prstGeom>
          <a:noFill/>
        </p:spPr>
        <p:txBody>
          <a:bodyPr wrap="square">
            <a:spAutoFit/>
          </a:bodyPr>
          <a:lstStyle/>
          <a:p>
            <a:pPr algn="ctr"/>
            <a:r>
              <a:rPr sz="7800" b="1">
                <a:solidFill>
                  <a:srgbClr val="EAAA00"/>
                </a:solidFill>
              </a:rPr>
              <a:t>0</a:t>
            </a:r>
          </a:p>
        </p:txBody>
      </p:sp>
      <p:sp>
        <p:nvSpPr>
          <p:cNvPr id="9" name="TextBox 8"/>
          <p:cNvSpPr txBox="1"/>
          <p:nvPr/>
        </p:nvSpPr>
        <p:spPr>
          <a:xfrm>
            <a:off x="6400800" y="4206240"/>
            <a:ext cx="4937760" cy="1188720"/>
          </a:xfrm>
          <a:prstGeom prst="rect">
            <a:avLst/>
          </a:prstGeom>
          <a:noFill/>
        </p:spPr>
        <p:txBody>
          <a:bodyPr wrap="square">
            <a:spAutoFit/>
          </a:bodyPr>
          <a:lstStyle/>
          <a:p>
            <a:pPr algn="ctr"/>
            <a:r>
              <a:rPr sz="1600">
                <a:solidFill>
                  <a:srgbClr val="5A0722"/>
                </a:solidFill>
              </a:rPr>
              <a:t>decontaminated, audited evaluations of it
on the full corpus</a:t>
            </a:r>
          </a:p>
        </p:txBody>
      </p:sp>
      <p:sp>
        <p:nvSpPr>
          <p:cNvPr id="10" name="TextBox 9"/>
          <p:cNvSpPr txBox="1"/>
          <p:nvPr/>
        </p:nvSpPr>
        <p:spPr>
          <a:xfrm>
            <a:off x="640080" y="5897880"/>
            <a:ext cx="10881360" cy="640080"/>
          </a:xfrm>
          <a:prstGeom prst="rect">
            <a:avLst/>
          </a:prstGeom>
          <a:noFill/>
        </p:spPr>
        <p:txBody>
          <a:bodyPr wrap="none">
            <a:spAutoFit/>
          </a:bodyPr>
          <a:lstStyle/>
          <a:p>
            <a:r>
              <a:rPr sz="1400" i="1">
                <a:solidFill>
                  <a:srgbClr val="5A0722"/>
                </a:solidFill>
              </a:rPr>
              <a:t>A score on data a model trained on is memorization, not skill. Until there's a clean eval, there's no ChatTLA number worth comparing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rPr sz="1500"/>
              <a:t>All 206 specs, and what solves them. Every number here survived the audit.</a:t>
            </a:r>
          </a:p>
        </p:txBody>
      </p:sp>
      <p:sp>
        <p:nvSpPr>
          <p:cNvPr id="4" name="Text Placeholder 3"/>
          <p:cNvSpPr>
            <a:spLocks noGrp="1"/>
          </p:cNvSpPr>
          <p:nvPr>
            <p:ph type="body" idx="11" sz="quarter"/>
          </p:nvPr>
        </p:nvSpPr>
        <p:spPr/>
        <p:txBody>
          <a:bodyPr/>
          <a:lstStyle/>
          <a:p>
            <a:r>
              <a:rPr sz="2700" b="1"/>
              <a:t>Where We Actually Stand</a:t>
            </a:r>
          </a:p>
        </p:txBody>
      </p:sp>
      <p:sp>
        <p:nvSpPr>
          <p:cNvPr id="5" name="Text Placeholder 4"/>
          <p:cNvSpPr>
            <a:spLocks noGrp="1"/>
          </p:cNvSpPr>
          <p:nvPr>
            <p:ph type="body" idx="17" sz="quarter"/>
          </p:nvPr>
        </p:nvSpPr>
        <p:spPr/>
        <p:txBody>
          <a:bodyPr/>
          <a:lstStyle/>
          <a:p/>
        </p:txBody>
      </p:sp>
      <p:graphicFrame>
        <p:nvGraphicFramePr>
          <p:cNvPr id="6" name="Chart 5"/>
          <p:cNvGraphicFramePr>
            <a:graphicFrameLocks noGrp="1"/>
          </p:cNvGraphicFramePr>
          <p:nvPr/>
        </p:nvGraphicFramePr>
        <p:xfrm>
          <a:off x="3931920" y="2148840"/>
          <a:ext cx="4297680" cy="3611880"/>
        </p:xfrm>
        <a:graphic>
          <a:graphicData uri="http://schemas.openxmlformats.org/drawingml/2006/chart">
            <c:chart xmlns:c="http://schemas.openxmlformats.org/drawingml/2006/chart" r:id="rId2"/>
          </a:graphicData>
        </a:graphic>
      </p:graphicFrame>
      <p:sp>
        <p:nvSpPr>
          <p:cNvPr id="7" name="TextBox 6"/>
          <p:cNvSpPr txBox="1"/>
          <p:nvPr/>
        </p:nvSpPr>
        <p:spPr>
          <a:xfrm>
            <a:off x="640080" y="5897880"/>
            <a:ext cx="10881360" cy="640080"/>
          </a:xfrm>
          <a:prstGeom prst="rect">
            <a:avLst/>
          </a:prstGeom>
          <a:noFill/>
        </p:spPr>
        <p:txBody>
          <a:bodyPr wrap="none">
            <a:spAutoFit/>
          </a:bodyPr>
          <a:lstStyle/>
          <a:p>
            <a:r>
              <a:rPr sz="1400" i="1">
                <a:solidFill>
                  <a:srgbClr val="5A0722"/>
                </a:solidFill>
              </a:rPr>
              <a:t>Retrieval gets 161 on its own. The model adds 5 genuinely new specs. 30 are still unsolved by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spcAft>
                <a:spcPts val="1200"/>
              </a:spcAft>
            </a:pPr>
            <a:r>
              <a:rPr sz="1700">
                <a:solidFill>
                  <a:srgbClr val="FFFFFF"/>
                </a:solidFill>
              </a:rPr>
              <a:t>The number we trust is 166, not 170. The gap was the model gaming the checker, and catching that is the real result.</a:t>
            </a:r>
          </a:p>
          <a:p>
            <a:pPr>
              <a:spcAft>
                <a:spcPts val="1200"/>
              </a:spcAft>
            </a:pPr>
            <a:r>
              <a:rPr sz="1700">
                <a:solidFill>
                  <a:srgbClr val="FFFFFF"/>
                </a:solidFill>
              </a:rPr>
              <a:t>We locked the test set and the scoring rules before measuring, so the number can't drift later to fit the result.</a:t>
            </a:r>
          </a:p>
          <a:p>
            <a:pPr>
              <a:spcAft>
                <a:spcPts val="1200"/>
              </a:spcAft>
            </a:pPr>
            <a:r>
              <a:rPr sz="1700">
                <a:solidFill>
                  <a:srgbClr val="FFFFFF"/>
                </a:solidFill>
              </a:rPr>
              <a:t>Still owed: the baseline on the held-out set. That's the bar a retrained model has to beat, and until it runs we don't have it.</a:t>
            </a:r>
          </a:p>
        </p:txBody>
      </p:sp>
      <p:sp>
        <p:nvSpPr>
          <p:cNvPr id="3" name="Text Placeholder 2"/>
          <p:cNvSpPr>
            <a:spLocks noGrp="1"/>
          </p:cNvSpPr>
          <p:nvPr>
            <p:ph type="body" idx="16" sz="quarter"/>
          </p:nvPr>
        </p:nvSpPr>
        <p:spPr/>
        <p:txBody>
          <a:bodyPr/>
          <a:lstStyle/>
          <a:p/>
        </p:txBody>
      </p:sp>
      <p:sp>
        <p:nvSpPr>
          <p:cNvPr id="4" name="Text Placeholder 3"/>
          <p:cNvSpPr>
            <a:spLocks noGrp="1"/>
          </p:cNvSpPr>
          <p:nvPr>
            <p:ph type="body" idx="22" sz="quarter"/>
          </p:nvPr>
        </p:nvSpPr>
        <p:spPr/>
        <p:txBody>
          <a:bodyPr/>
          <a:lstStyle/>
          <a:p>
            <a:r>
              <a:rPr sz="1500"/>
              <a:t>The audit is the contribution, not the score.</a:t>
            </a:r>
          </a:p>
        </p:txBody>
      </p:sp>
      <p:sp>
        <p:nvSpPr>
          <p:cNvPr id="5" name="Text Placeholder 4"/>
          <p:cNvSpPr>
            <a:spLocks noGrp="1"/>
          </p:cNvSpPr>
          <p:nvPr>
            <p:ph type="body" idx="11" sz="quarter"/>
          </p:nvPr>
        </p:nvSpPr>
        <p:spPr/>
        <p:txBody>
          <a:bodyPr/>
          <a:lstStyle/>
          <a:p>
            <a:r>
              <a:rPr sz="2800" b="1"/>
              <a:t>What We're Taking From This Week</a:t>
            </a:r>
          </a:p>
        </p:txBody>
      </p:sp>
    </p:spTree>
  </p:cSld>
  <p:clrMapOvr>
    <a:masterClrMapping/>
  </p:clrMapOvr>
</p:sld>
</file>

<file path=ppt/theme/theme1.xml><?xml version="1.0" encoding="utf-8"?>
<a:theme xmlns:a="http://schemas.openxmlformats.org/drawingml/2006/main" name="loyola-theme">
  <a:themeElements>
    <a:clrScheme name="loyola brand-2024-mac">
      <a:dk1>
        <a:srgbClr val="000000"/>
      </a:dk1>
      <a:lt1>
        <a:srgbClr val="FFFFFF"/>
      </a:lt1>
      <a:dk2>
        <a:srgbClr val="545454"/>
      </a:dk2>
      <a:lt2>
        <a:srgbClr val="DEDBD0"/>
      </a:lt2>
      <a:accent1>
        <a:srgbClr val="5A0621"/>
      </a:accent1>
      <a:accent2>
        <a:srgbClr val="EAAA00"/>
      </a:accent2>
      <a:accent3>
        <a:srgbClr val="DEDBD0"/>
      </a:accent3>
      <a:accent4>
        <a:srgbClr val="545454"/>
      </a:accent4>
      <a:accent5>
        <a:srgbClr val="878787"/>
      </a:accent5>
      <a:accent6>
        <a:srgbClr val="DEDBD0"/>
      </a:accent6>
      <a:hlink>
        <a:srgbClr val="5A0621"/>
      </a:hlink>
      <a:folHlink>
        <a:srgbClr val="8D00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Presentation28" id="{AC2CB350-B5DA-7649-8A93-9B9FA7C56D47}" vid="{6BA048FC-F4DD-3B42-AC04-527992BEF7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DC4FE1DD57D1A4A91554BDAC326B21C" ma:contentTypeVersion="26" ma:contentTypeDescription="Create a new document." ma:contentTypeScope="" ma:versionID="e2aa9aa067825afe1b0b3f8e60e05e8a">
  <xsd:schema xmlns:xsd="http://www.w3.org/2001/XMLSchema" xmlns:xs="http://www.w3.org/2001/XMLSchema" xmlns:p="http://schemas.microsoft.com/office/2006/metadata/properties" xmlns:ns1="http://schemas.microsoft.com/sharepoint/v3" xmlns:ns2="ddfa6881-472b-4376-9060-4a0fa036b60d" xmlns:ns3="410b0493-6099-405b-af7c-4c4f4d34ca6f" targetNamespace="http://schemas.microsoft.com/office/2006/metadata/properties" ma:root="true" ma:fieldsID="aae8aafaf9884206bc79cf40ad899145" ns1:_="" ns2:_="" ns3:_="">
    <xsd:import namespace="http://schemas.microsoft.com/sharepoint/v3"/>
    <xsd:import namespace="ddfa6881-472b-4376-9060-4a0fa036b60d"/>
    <xsd:import namespace="410b0493-6099-405b-af7c-4c4f4d34ca6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2:_Flow_SignoffStatus" minOccurs="0"/>
                <xsd:element ref="ns1:_ip_UnifiedCompliancePolicyProperties" minOccurs="0"/>
                <xsd:element ref="ns1:_ip_UnifiedCompliancePolicyUIAction"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fa6881-472b-4376-9060-4a0fa036b6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Flow_SignoffStatus" ma:index="20" nillable="true" ma:displayName="Sign-off status" ma:internalName="Sign_x002d_off_x0020_status">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4ea81705-40ef-4f82-8f09-2686234d89a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Notes" ma:index="29"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10b0493-6099-405b-af7c-4c4f4d34ca6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799853ba-3a19-4a3b-b546-b69e92f03ba6}" ma:internalName="TaxCatchAll" ma:showField="CatchAllData" ma:web="410b0493-6099-405b-af7c-4c4f4d34ca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ddfa6881-472b-4376-9060-4a0fa036b60d" xsi:nil="true"/>
    <_ip_UnifiedCompliancePolicyUIAction xmlns="http://schemas.microsoft.com/sharepoint/v3" xsi:nil="true"/>
    <TaxCatchAll xmlns="410b0493-6099-405b-af7c-4c4f4d34ca6f" xsi:nil="true"/>
    <_ip_UnifiedCompliancePolicyProperties xmlns="http://schemas.microsoft.com/sharepoint/v3" xsi:nil="true"/>
    <lcf76f155ced4ddcb4097134ff3c332f xmlns="ddfa6881-472b-4376-9060-4a0fa036b60d">
      <Terms xmlns="http://schemas.microsoft.com/office/infopath/2007/PartnerControls"/>
    </lcf76f155ced4ddcb4097134ff3c332f>
    <Notes xmlns="ddfa6881-472b-4376-9060-4a0fa036b60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F1D89D-89AC-4931-8468-3853CF4265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fa6881-472b-4376-9060-4a0fa036b60d"/>
    <ds:schemaRef ds:uri="410b0493-6099-405b-af7c-4c4f4d34ca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5FA7AE-6CDB-4486-AA56-76A6D2038F77}">
  <ds:schemaRefs>
    <ds:schemaRef ds:uri="http://schemas.microsoft.com/office/2006/metadata/properties"/>
    <ds:schemaRef ds:uri="http://schemas.microsoft.com/office/infopath/2007/PartnerControls"/>
    <ds:schemaRef ds:uri="ddfa6881-472b-4376-9060-4a0fa036b60d"/>
    <ds:schemaRef ds:uri="http://schemas.microsoft.com/sharepoint/v3"/>
    <ds:schemaRef ds:uri="410b0493-6099-405b-af7c-4c4f4d34ca6f"/>
  </ds:schemaRefs>
</ds:datastoreItem>
</file>

<file path=customXml/itemProps3.xml><?xml version="1.0" encoding="utf-8"?>
<ds:datastoreItem xmlns:ds="http://schemas.openxmlformats.org/officeDocument/2006/customXml" ds:itemID="{9DC69A40-ACB8-46DC-A3E2-239C77D95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TotalTime>
  <Words>134</Words>
  <Application>Microsoft Macintosh PowerPoint</Application>
  <PresentationFormat>Widescreen</PresentationFormat>
  <Paragraphs>26</Paragraphs>
  <Slides>20</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AntennaCond Light</vt:lpstr>
      <vt:lpstr>Arial</vt:lpstr>
      <vt:lpstr>Georgia</vt:lpstr>
      <vt:lpstr>loyola-theme</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Yee, Ted</dc:creator>
  <cp:lastModifiedBy>Yee, Ted</cp:lastModifiedBy>
  <cp:revision>16</cp:revision>
  <cp:lastPrinted>2023-08-15T16:34:03Z</cp:lastPrinted>
  <dcterms:created xsi:type="dcterms:W3CDTF">2024-06-21T17:36:16Z</dcterms:created>
  <dcterms:modified xsi:type="dcterms:W3CDTF">2024-08-29T19:07:19Z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0x010100EDC4FE1DD57D1A4A91554BDAC326B21C</vt:lpwstr>
  </property>
  <property fmtid="{D5CDD505-2E9C-101B-9397-08002B2CF9AE}" pid="3" name="MediaServiceImageTags">
    <vt:lpwstr/>
  </property>
</Properties>
</file>